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7" r:id="rId4"/>
  </p:sldMasterIdLst>
  <p:notesMasterIdLst>
    <p:notesMasterId r:id="rId12"/>
  </p:notesMasterIdLst>
  <p:handoutMasterIdLst>
    <p:handoutMasterId r:id="rId13"/>
  </p:handoutMasterIdLst>
  <p:sldIdLst>
    <p:sldId id="264" r:id="rId5"/>
    <p:sldId id="265" r:id="rId6"/>
    <p:sldId id="266" r:id="rId7"/>
    <p:sldId id="267" r:id="rId8"/>
    <p:sldId id="268" r:id="rId9"/>
    <p:sldId id="269" r:id="rId10"/>
    <p:sldId id="27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2730A8-E655-7FA8-D787-C54AF8962F58}" v="2804" dt="2026-02-18T19:52:05.371"/>
    <p1510:client id="{B53E4D4C-1DE7-8845-8A4E-794AEB212880}" v="2162" dt="2026-02-18T20:38:42.058"/>
  </p1510:revLst>
</p1510:revInfo>
</file>

<file path=ppt/tableStyles.xml><?xml version="1.0" encoding="utf-8"?>
<a:tblStyleLst xmlns:a="http://schemas.openxmlformats.org/drawingml/2006/main" def="{C083E6E3-FA7D-4D7B-A595-EF9225AFEA8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97" autoAdjust="0"/>
    <p:restoredTop sz="94469"/>
  </p:normalViewPr>
  <p:slideViewPr>
    <p:cSldViewPr snapToGrid="0">
      <p:cViewPr>
        <p:scale>
          <a:sx n="100" d="100"/>
          <a:sy n="100" d="100"/>
        </p:scale>
        <p:origin x="-269" y="-538"/>
      </p:cViewPr>
      <p:guideLst/>
    </p:cSldViewPr>
  </p:slideViewPr>
  <p:notesTextViewPr>
    <p:cViewPr>
      <p:scale>
        <a:sx n="1" d="1"/>
        <a:sy n="1" d="1"/>
      </p:scale>
      <p:origin x="0" y="0"/>
    </p:cViewPr>
  </p:notesTextViewPr>
  <p:sorterViewPr>
    <p:cViewPr>
      <p:scale>
        <a:sx n="100" d="100"/>
        <a:sy n="100" d="100"/>
      </p:scale>
      <p:origin x="0" y="-237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brosky, Luke" userId="S::luke.dubrosky@snhu.edu::d7d26409-f331-4c90-a63e-f75d1416f34b" providerId="AD" clId="Web-{B53E4D4C-1DE7-8845-8A4E-794AEB212880}"/>
    <pc:docChg chg="modSld">
      <pc:chgData name="Dubrosky, Luke" userId="S::luke.dubrosky@snhu.edu::d7d26409-f331-4c90-a63e-f75d1416f34b" providerId="AD" clId="Web-{B53E4D4C-1DE7-8845-8A4E-794AEB212880}" dt="2026-02-18T20:38:42.058" v="1642"/>
      <pc:docMkLst>
        <pc:docMk/>
      </pc:docMkLst>
      <pc:sldChg chg="delSp modSp">
        <pc:chgData name="Dubrosky, Luke" userId="S::luke.dubrosky@snhu.edu::d7d26409-f331-4c90-a63e-f75d1416f34b" providerId="AD" clId="Web-{B53E4D4C-1DE7-8845-8A4E-794AEB212880}" dt="2026-02-18T20:24:54.206" v="1512"/>
        <pc:sldMkLst>
          <pc:docMk/>
          <pc:sldMk cId="268147608" sldId="265"/>
        </pc:sldMkLst>
        <pc:spChg chg="del mod">
          <ac:chgData name="Dubrosky, Luke" userId="S::luke.dubrosky@snhu.edu::d7d26409-f331-4c90-a63e-f75d1416f34b" providerId="AD" clId="Web-{B53E4D4C-1DE7-8845-8A4E-794AEB212880}" dt="2026-02-18T20:24:54.206" v="1512"/>
          <ac:spMkLst>
            <pc:docMk/>
            <pc:sldMk cId="268147608" sldId="265"/>
            <ac:spMk id="3" creationId="{3D52FCB0-CFA7-231A-067B-7B88D11C7C35}"/>
          </ac:spMkLst>
        </pc:spChg>
      </pc:sldChg>
      <pc:sldChg chg="delSp modSp">
        <pc:chgData name="Dubrosky, Luke" userId="S::luke.dubrosky@snhu.edu::d7d26409-f331-4c90-a63e-f75d1416f34b" providerId="AD" clId="Web-{B53E4D4C-1DE7-8845-8A4E-794AEB212880}" dt="2026-02-18T20:37:26.777" v="1641" actId="20577"/>
        <pc:sldMkLst>
          <pc:docMk/>
          <pc:sldMk cId="2203102780" sldId="266"/>
        </pc:sldMkLst>
        <pc:spChg chg="mod">
          <ac:chgData name="Dubrosky, Luke" userId="S::luke.dubrosky@snhu.edu::d7d26409-f331-4c90-a63e-f75d1416f34b" providerId="AD" clId="Web-{B53E4D4C-1DE7-8845-8A4E-794AEB212880}" dt="2026-02-18T20:37:26.777" v="1641" actId="20577"/>
          <ac:spMkLst>
            <pc:docMk/>
            <pc:sldMk cId="2203102780" sldId="266"/>
            <ac:spMk id="2" creationId="{0146E383-EFCE-E8C5-0182-9CCA39402DD2}"/>
          </ac:spMkLst>
        </pc:spChg>
        <pc:spChg chg="del mod">
          <ac:chgData name="Dubrosky, Luke" userId="S::luke.dubrosky@snhu.edu::d7d26409-f331-4c90-a63e-f75d1416f34b" providerId="AD" clId="Web-{B53E4D4C-1DE7-8845-8A4E-794AEB212880}" dt="2026-02-18T20:24:58.066" v="1513"/>
          <ac:spMkLst>
            <pc:docMk/>
            <pc:sldMk cId="2203102780" sldId="266"/>
            <ac:spMk id="3" creationId="{E7D2AEC3-E8A1-6025-6570-8180F3E00D31}"/>
          </ac:spMkLst>
        </pc:spChg>
        <pc:spChg chg="mod">
          <ac:chgData name="Dubrosky, Luke" userId="S::luke.dubrosky@snhu.edu::d7d26409-f331-4c90-a63e-f75d1416f34b" providerId="AD" clId="Web-{B53E4D4C-1DE7-8845-8A4E-794AEB212880}" dt="2026-02-18T20:36:05.479" v="1639" actId="20577"/>
          <ac:spMkLst>
            <pc:docMk/>
            <pc:sldMk cId="2203102780" sldId="266"/>
            <ac:spMk id="4" creationId="{89A8DBAF-245C-43F3-DD34-5D48F13F2493}"/>
          </ac:spMkLst>
        </pc:spChg>
      </pc:sldChg>
      <pc:sldChg chg="delSp modSp">
        <pc:chgData name="Dubrosky, Luke" userId="S::luke.dubrosky@snhu.edu::d7d26409-f331-4c90-a63e-f75d1416f34b" providerId="AD" clId="Web-{B53E4D4C-1DE7-8845-8A4E-794AEB212880}" dt="2026-02-18T20:25:03.206" v="1514"/>
        <pc:sldMkLst>
          <pc:docMk/>
          <pc:sldMk cId="2126411354" sldId="267"/>
        </pc:sldMkLst>
        <pc:spChg chg="del mod">
          <ac:chgData name="Dubrosky, Luke" userId="S::luke.dubrosky@snhu.edu::d7d26409-f331-4c90-a63e-f75d1416f34b" providerId="AD" clId="Web-{B53E4D4C-1DE7-8845-8A4E-794AEB212880}" dt="2026-02-18T20:25:03.206" v="1514"/>
          <ac:spMkLst>
            <pc:docMk/>
            <pc:sldMk cId="2126411354" sldId="267"/>
            <ac:spMk id="3" creationId="{383CC612-2506-4FC3-95ED-B1C722527A0F}"/>
          </ac:spMkLst>
        </pc:spChg>
      </pc:sldChg>
      <pc:sldChg chg="delSp modSp">
        <pc:chgData name="Dubrosky, Luke" userId="S::luke.dubrosky@snhu.edu::d7d26409-f331-4c90-a63e-f75d1416f34b" providerId="AD" clId="Web-{B53E4D4C-1DE7-8845-8A4E-794AEB212880}" dt="2026-02-18T20:25:05.159" v="1515"/>
        <pc:sldMkLst>
          <pc:docMk/>
          <pc:sldMk cId="3743979273" sldId="268"/>
        </pc:sldMkLst>
        <pc:spChg chg="mod">
          <ac:chgData name="Dubrosky, Luke" userId="S::luke.dubrosky@snhu.edu::d7d26409-f331-4c90-a63e-f75d1416f34b" providerId="AD" clId="Web-{B53E4D4C-1DE7-8845-8A4E-794AEB212880}" dt="2026-02-18T19:55:17.552" v="20" actId="20577"/>
          <ac:spMkLst>
            <pc:docMk/>
            <pc:sldMk cId="3743979273" sldId="268"/>
            <ac:spMk id="2" creationId="{0456FF2C-8B85-E1E7-13C3-6120D11B0A82}"/>
          </ac:spMkLst>
        </pc:spChg>
        <pc:spChg chg="del mod">
          <ac:chgData name="Dubrosky, Luke" userId="S::luke.dubrosky@snhu.edu::d7d26409-f331-4c90-a63e-f75d1416f34b" providerId="AD" clId="Web-{B53E4D4C-1DE7-8845-8A4E-794AEB212880}" dt="2026-02-18T20:25:05.159" v="1515"/>
          <ac:spMkLst>
            <pc:docMk/>
            <pc:sldMk cId="3743979273" sldId="268"/>
            <ac:spMk id="3" creationId="{BBC9BC8E-F12E-80E7-2C8A-69213ACB5B52}"/>
          </ac:spMkLst>
        </pc:spChg>
        <pc:spChg chg="mod">
          <ac:chgData name="Dubrosky, Luke" userId="S::luke.dubrosky@snhu.edu::d7d26409-f331-4c90-a63e-f75d1416f34b" providerId="AD" clId="Web-{B53E4D4C-1DE7-8845-8A4E-794AEB212880}" dt="2026-02-18T20:05:34.728" v="413" actId="20577"/>
          <ac:spMkLst>
            <pc:docMk/>
            <pc:sldMk cId="3743979273" sldId="268"/>
            <ac:spMk id="4" creationId="{7C871AE1-E186-59FB-3F79-62C988EED080}"/>
          </ac:spMkLst>
        </pc:spChg>
      </pc:sldChg>
      <pc:sldChg chg="delSp modSp">
        <pc:chgData name="Dubrosky, Luke" userId="S::luke.dubrosky@snhu.edu::d7d26409-f331-4c90-a63e-f75d1416f34b" providerId="AD" clId="Web-{B53E4D4C-1DE7-8845-8A4E-794AEB212880}" dt="2026-02-18T20:30:11.899" v="1535" actId="20577"/>
        <pc:sldMkLst>
          <pc:docMk/>
          <pc:sldMk cId="226201425" sldId="269"/>
        </pc:sldMkLst>
        <pc:spChg chg="del mod">
          <ac:chgData name="Dubrosky, Luke" userId="S::luke.dubrosky@snhu.edu::d7d26409-f331-4c90-a63e-f75d1416f34b" providerId="AD" clId="Web-{B53E4D4C-1DE7-8845-8A4E-794AEB212880}" dt="2026-02-18T20:25:09.628" v="1516"/>
          <ac:spMkLst>
            <pc:docMk/>
            <pc:sldMk cId="226201425" sldId="269"/>
            <ac:spMk id="3" creationId="{E6EB63A4-7AEC-DC3D-6538-0CB96F91EA55}"/>
          </ac:spMkLst>
        </pc:spChg>
        <pc:spChg chg="mod">
          <ac:chgData name="Dubrosky, Luke" userId="S::luke.dubrosky@snhu.edu::d7d26409-f331-4c90-a63e-f75d1416f34b" providerId="AD" clId="Web-{B53E4D4C-1DE7-8845-8A4E-794AEB212880}" dt="2026-02-18T20:18:59.533" v="1215" actId="20577"/>
          <ac:spMkLst>
            <pc:docMk/>
            <pc:sldMk cId="226201425" sldId="269"/>
            <ac:spMk id="4" creationId="{D2C58914-51ED-6D65-6D46-5399E518A2E5}"/>
          </ac:spMkLst>
        </pc:spChg>
        <pc:spChg chg="mod">
          <ac:chgData name="Dubrosky, Luke" userId="S::luke.dubrosky@snhu.edu::d7d26409-f331-4c90-a63e-f75d1416f34b" providerId="AD" clId="Web-{B53E4D4C-1DE7-8845-8A4E-794AEB212880}" dt="2026-02-18T20:30:11.899" v="1535" actId="20577"/>
          <ac:spMkLst>
            <pc:docMk/>
            <pc:sldMk cId="226201425" sldId="269"/>
            <ac:spMk id="6" creationId="{30DE45A6-869D-6158-9DAD-8988FD74310C}"/>
          </ac:spMkLst>
        </pc:spChg>
      </pc:sldChg>
      <pc:sldChg chg="delSp modSp">
        <pc:chgData name="Dubrosky, Luke" userId="S::luke.dubrosky@snhu.edu::d7d26409-f331-4c90-a63e-f75d1416f34b" providerId="AD" clId="Web-{B53E4D4C-1DE7-8845-8A4E-794AEB212880}" dt="2026-02-18T20:38:42.058" v="1642"/>
        <pc:sldMkLst>
          <pc:docMk/>
          <pc:sldMk cId="1171672860" sldId="270"/>
        </pc:sldMkLst>
        <pc:spChg chg="del mod">
          <ac:chgData name="Dubrosky, Luke" userId="S::luke.dubrosky@snhu.edu::d7d26409-f331-4c90-a63e-f75d1416f34b" providerId="AD" clId="Web-{B53E4D4C-1DE7-8845-8A4E-794AEB212880}" dt="2026-02-18T20:38:42.058" v="1642"/>
          <ac:spMkLst>
            <pc:docMk/>
            <pc:sldMk cId="1171672860" sldId="270"/>
            <ac:spMk id="3" creationId="{FAC3A548-6948-4105-8712-1ABC6E395D7A}"/>
          </ac:spMkLst>
        </pc:spChg>
      </pc:sldChg>
    </pc:docChg>
  </pc:docChgLst>
  <pc:docChgLst>
    <pc:chgData name="Dubrosky, Luke" userId="S::luke.dubrosky@snhu.edu::d7d26409-f331-4c90-a63e-f75d1416f34b" providerId="AD" clId="Web-{4A2730A8-E655-7FA8-D787-C54AF8962F58}"/>
    <pc:docChg chg="addSld modSld">
      <pc:chgData name="Dubrosky, Luke" userId="S::luke.dubrosky@snhu.edu::d7d26409-f331-4c90-a63e-f75d1416f34b" providerId="AD" clId="Web-{4A2730A8-E655-7FA8-D787-C54AF8962F58}" dt="2026-02-18T19:52:05.371" v="2622" actId="20577"/>
      <pc:docMkLst>
        <pc:docMk/>
      </pc:docMkLst>
      <pc:sldChg chg="modSp">
        <pc:chgData name="Dubrosky, Luke" userId="S::luke.dubrosky@snhu.edu::d7d26409-f331-4c90-a63e-f75d1416f34b" providerId="AD" clId="Web-{4A2730A8-E655-7FA8-D787-C54AF8962F58}" dt="2026-02-18T18:11:35.252" v="61" actId="20577"/>
        <pc:sldMkLst>
          <pc:docMk/>
          <pc:sldMk cId="2699954944" sldId="264"/>
        </pc:sldMkLst>
        <pc:spChg chg="mod">
          <ac:chgData name="Dubrosky, Luke" userId="S::luke.dubrosky@snhu.edu::d7d26409-f331-4c90-a63e-f75d1416f34b" providerId="AD" clId="Web-{4A2730A8-E655-7FA8-D787-C54AF8962F58}" dt="2026-02-18T18:11:12.611" v="34" actId="20577"/>
          <ac:spMkLst>
            <pc:docMk/>
            <pc:sldMk cId="2699954944" sldId="264"/>
            <ac:spMk id="2" creationId="{96BFC534-D45B-C515-59E3-4C260019E016}"/>
          </ac:spMkLst>
        </pc:spChg>
        <pc:spChg chg="mod">
          <ac:chgData name="Dubrosky, Luke" userId="S::luke.dubrosky@snhu.edu::d7d26409-f331-4c90-a63e-f75d1416f34b" providerId="AD" clId="Web-{4A2730A8-E655-7FA8-D787-C54AF8962F58}" dt="2026-02-18T18:11:35.252" v="61" actId="20577"/>
          <ac:spMkLst>
            <pc:docMk/>
            <pc:sldMk cId="2699954944" sldId="264"/>
            <ac:spMk id="3" creationId="{22950508-6902-F575-FCC4-234E6821BF41}"/>
          </ac:spMkLst>
        </pc:spChg>
      </pc:sldChg>
      <pc:sldChg chg="addSp delSp modSp new">
        <pc:chgData name="Dubrosky, Luke" userId="S::luke.dubrosky@snhu.edu::d7d26409-f331-4c90-a63e-f75d1416f34b" providerId="AD" clId="Web-{4A2730A8-E655-7FA8-D787-C54AF8962F58}" dt="2026-02-18T18:48:07.521" v="666" actId="20577"/>
        <pc:sldMkLst>
          <pc:docMk/>
          <pc:sldMk cId="268147608" sldId="265"/>
        </pc:sldMkLst>
        <pc:spChg chg="mod">
          <ac:chgData name="Dubrosky, Luke" userId="S::luke.dubrosky@snhu.edu::d7d26409-f331-4c90-a63e-f75d1416f34b" providerId="AD" clId="Web-{4A2730A8-E655-7FA8-D787-C54AF8962F58}" dt="2026-02-18T18:12:42.111" v="87" actId="20577"/>
          <ac:spMkLst>
            <pc:docMk/>
            <pc:sldMk cId="268147608" sldId="265"/>
            <ac:spMk id="2" creationId="{7F11C937-F0A7-CA3A-082F-76F66EFFEBD5}"/>
          </ac:spMkLst>
        </pc:spChg>
        <pc:spChg chg="mod">
          <ac:chgData name="Dubrosky, Luke" userId="S::luke.dubrosky@snhu.edu::d7d26409-f331-4c90-a63e-f75d1416f34b" providerId="AD" clId="Web-{4A2730A8-E655-7FA8-D787-C54AF8962F58}" dt="2026-02-18T18:48:07.521" v="666" actId="20577"/>
          <ac:spMkLst>
            <pc:docMk/>
            <pc:sldMk cId="268147608" sldId="265"/>
            <ac:spMk id="4" creationId="{36180D95-A7AD-4062-1F6D-69F53008545C}"/>
          </ac:spMkLst>
        </pc:spChg>
        <pc:spChg chg="add del mod">
          <ac:chgData name="Dubrosky, Luke" userId="S::luke.dubrosky@snhu.edu::d7d26409-f331-4c90-a63e-f75d1416f34b" providerId="AD" clId="Web-{4A2730A8-E655-7FA8-D787-C54AF8962F58}" dt="2026-02-18T18:13:02.971" v="91"/>
          <ac:spMkLst>
            <pc:docMk/>
            <pc:sldMk cId="268147608" sldId="265"/>
            <ac:spMk id="6" creationId="{51A848A0-137B-3D05-DB13-4596028DCBBE}"/>
          </ac:spMkLst>
        </pc:spChg>
        <pc:spChg chg="add del mod">
          <ac:chgData name="Dubrosky, Luke" userId="S::luke.dubrosky@snhu.edu::d7d26409-f331-4c90-a63e-f75d1416f34b" providerId="AD" clId="Web-{4A2730A8-E655-7FA8-D787-C54AF8962F58}" dt="2026-02-18T18:19:12.596" v="201"/>
          <ac:spMkLst>
            <pc:docMk/>
            <pc:sldMk cId="268147608" sldId="265"/>
            <ac:spMk id="7" creationId="{301D58D2-0A34-AE28-7251-7FF7593766EA}"/>
          </ac:spMkLst>
        </pc:spChg>
      </pc:sldChg>
      <pc:sldChg chg="modSp new">
        <pc:chgData name="Dubrosky, Luke" userId="S::luke.dubrosky@snhu.edu::d7d26409-f331-4c90-a63e-f75d1416f34b" providerId="AD" clId="Web-{4A2730A8-E655-7FA8-D787-C54AF8962F58}" dt="2026-02-18T19:00:17.693" v="1128" actId="20577"/>
        <pc:sldMkLst>
          <pc:docMk/>
          <pc:sldMk cId="2203102780" sldId="266"/>
        </pc:sldMkLst>
        <pc:spChg chg="mod">
          <ac:chgData name="Dubrosky, Luke" userId="S::luke.dubrosky@snhu.edu::d7d26409-f331-4c90-a63e-f75d1416f34b" providerId="AD" clId="Web-{4A2730A8-E655-7FA8-D787-C54AF8962F58}" dt="2026-02-18T18:18:14.987" v="163" actId="20577"/>
          <ac:spMkLst>
            <pc:docMk/>
            <pc:sldMk cId="2203102780" sldId="266"/>
            <ac:spMk id="2" creationId="{0146E383-EFCE-E8C5-0182-9CCA39402DD2}"/>
          </ac:spMkLst>
        </pc:spChg>
        <pc:spChg chg="mod">
          <ac:chgData name="Dubrosky, Luke" userId="S::luke.dubrosky@snhu.edu::d7d26409-f331-4c90-a63e-f75d1416f34b" providerId="AD" clId="Web-{4A2730A8-E655-7FA8-D787-C54AF8962F58}" dt="2026-02-18T19:00:17.693" v="1128" actId="20577"/>
          <ac:spMkLst>
            <pc:docMk/>
            <pc:sldMk cId="2203102780" sldId="266"/>
            <ac:spMk id="4" creationId="{89A8DBAF-245C-43F3-DD34-5D48F13F2493}"/>
          </ac:spMkLst>
        </pc:spChg>
      </pc:sldChg>
      <pc:sldChg chg="modSp new">
        <pc:chgData name="Dubrosky, Luke" userId="S::luke.dubrosky@snhu.edu::d7d26409-f331-4c90-a63e-f75d1416f34b" providerId="AD" clId="Web-{4A2730A8-E655-7FA8-D787-C54AF8962F58}" dt="2026-02-18T19:29:11.056" v="1890" actId="20577"/>
        <pc:sldMkLst>
          <pc:docMk/>
          <pc:sldMk cId="2126411354" sldId="267"/>
        </pc:sldMkLst>
        <pc:spChg chg="mod">
          <ac:chgData name="Dubrosky, Luke" userId="S::luke.dubrosky@snhu.edu::d7d26409-f331-4c90-a63e-f75d1416f34b" providerId="AD" clId="Web-{4A2730A8-E655-7FA8-D787-C54AF8962F58}" dt="2026-02-18T19:29:11.056" v="1890" actId="20577"/>
          <ac:spMkLst>
            <pc:docMk/>
            <pc:sldMk cId="2126411354" sldId="267"/>
            <ac:spMk id="2" creationId="{BB808E1F-D5D9-88EC-2BD5-8BE1D20D590D}"/>
          </ac:spMkLst>
        </pc:spChg>
        <pc:spChg chg="mod">
          <ac:chgData name="Dubrosky, Luke" userId="S::luke.dubrosky@snhu.edu::d7d26409-f331-4c90-a63e-f75d1416f34b" providerId="AD" clId="Web-{4A2730A8-E655-7FA8-D787-C54AF8962F58}" dt="2026-02-18T19:28:12.806" v="1841" actId="20577"/>
          <ac:spMkLst>
            <pc:docMk/>
            <pc:sldMk cId="2126411354" sldId="267"/>
            <ac:spMk id="4" creationId="{8EA0C560-46DB-CA31-6D75-18EF928C3B43}"/>
          </ac:spMkLst>
        </pc:spChg>
      </pc:sldChg>
      <pc:sldChg chg="modSp new">
        <pc:chgData name="Dubrosky, Luke" userId="S::luke.dubrosky@snhu.edu::d7d26409-f331-4c90-a63e-f75d1416f34b" providerId="AD" clId="Web-{4A2730A8-E655-7FA8-D787-C54AF8962F58}" dt="2026-02-18T19:52:05.371" v="2622" actId="20577"/>
        <pc:sldMkLst>
          <pc:docMk/>
          <pc:sldMk cId="3743979273" sldId="268"/>
        </pc:sldMkLst>
        <pc:spChg chg="mod">
          <ac:chgData name="Dubrosky, Luke" userId="S::luke.dubrosky@snhu.edu::d7d26409-f331-4c90-a63e-f75d1416f34b" providerId="AD" clId="Web-{4A2730A8-E655-7FA8-D787-C54AF8962F58}" dt="2026-02-18T18:20:25.315" v="244" actId="20577"/>
          <ac:spMkLst>
            <pc:docMk/>
            <pc:sldMk cId="3743979273" sldId="268"/>
            <ac:spMk id="2" creationId="{0456FF2C-8B85-E1E7-13C3-6120D11B0A82}"/>
          </ac:spMkLst>
        </pc:spChg>
        <pc:spChg chg="mod">
          <ac:chgData name="Dubrosky, Luke" userId="S::luke.dubrosky@snhu.edu::d7d26409-f331-4c90-a63e-f75d1416f34b" providerId="AD" clId="Web-{4A2730A8-E655-7FA8-D787-C54AF8962F58}" dt="2026-02-18T19:52:05.371" v="2622" actId="20577"/>
          <ac:spMkLst>
            <pc:docMk/>
            <pc:sldMk cId="3743979273" sldId="268"/>
            <ac:spMk id="4" creationId="{7C871AE1-E186-59FB-3F79-62C988EED080}"/>
          </ac:spMkLst>
        </pc:spChg>
      </pc:sldChg>
      <pc:sldChg chg="addSp modSp new">
        <pc:chgData name="Dubrosky, Luke" userId="S::luke.dubrosky@snhu.edu::d7d26409-f331-4c90-a63e-f75d1416f34b" providerId="AD" clId="Web-{4A2730A8-E655-7FA8-D787-C54AF8962F58}" dt="2026-02-18T19:47:08.902" v="2250" actId="20577"/>
        <pc:sldMkLst>
          <pc:docMk/>
          <pc:sldMk cId="226201425" sldId="269"/>
        </pc:sldMkLst>
        <pc:spChg chg="mod">
          <ac:chgData name="Dubrosky, Luke" userId="S::luke.dubrosky@snhu.edu::d7d26409-f331-4c90-a63e-f75d1416f34b" providerId="AD" clId="Web-{4A2730A8-E655-7FA8-D787-C54AF8962F58}" dt="2026-02-18T19:33:10.572" v="1905" actId="20577"/>
          <ac:spMkLst>
            <pc:docMk/>
            <pc:sldMk cId="226201425" sldId="269"/>
            <ac:spMk id="2" creationId="{ABB0B6E1-155B-639E-C2EE-3FC6C8C3C204}"/>
          </ac:spMkLst>
        </pc:spChg>
        <pc:spChg chg="mod">
          <ac:chgData name="Dubrosky, Luke" userId="S::luke.dubrosky@snhu.edu::d7d26409-f331-4c90-a63e-f75d1416f34b" providerId="AD" clId="Web-{4A2730A8-E655-7FA8-D787-C54AF8962F58}" dt="2026-02-18T19:47:08.902" v="2250" actId="20577"/>
          <ac:spMkLst>
            <pc:docMk/>
            <pc:sldMk cId="226201425" sldId="269"/>
            <ac:spMk id="4" creationId="{D2C58914-51ED-6D65-6D46-5399E518A2E5}"/>
          </ac:spMkLst>
        </pc:spChg>
        <pc:spChg chg="add mod">
          <ac:chgData name="Dubrosky, Luke" userId="S::luke.dubrosky@snhu.edu::d7d26409-f331-4c90-a63e-f75d1416f34b" providerId="AD" clId="Web-{4A2730A8-E655-7FA8-D787-C54AF8962F58}" dt="2026-02-18T19:46:16.917" v="2189" actId="20577"/>
          <ac:spMkLst>
            <pc:docMk/>
            <pc:sldMk cId="226201425" sldId="269"/>
            <ac:spMk id="6" creationId="{30DE45A6-869D-6158-9DAD-8988FD74310C}"/>
          </ac:spMkLst>
        </pc:spChg>
      </pc:sldChg>
      <pc:sldChg chg="modSp new">
        <pc:chgData name="Dubrosky, Luke" userId="S::luke.dubrosky@snhu.edu::d7d26409-f331-4c90-a63e-f75d1416f34b" providerId="AD" clId="Web-{4A2730A8-E655-7FA8-D787-C54AF8962F58}" dt="2026-02-18T19:43:29.745" v="2095" actId="20577"/>
        <pc:sldMkLst>
          <pc:docMk/>
          <pc:sldMk cId="1171672860" sldId="270"/>
        </pc:sldMkLst>
        <pc:spChg chg="mod">
          <ac:chgData name="Dubrosky, Luke" userId="S::luke.dubrosky@snhu.edu::d7d26409-f331-4c90-a63e-f75d1416f34b" providerId="AD" clId="Web-{4A2730A8-E655-7FA8-D787-C54AF8962F58}" dt="2026-02-18T18:20:51.268" v="259" actId="20577"/>
          <ac:spMkLst>
            <pc:docMk/>
            <pc:sldMk cId="1171672860" sldId="270"/>
            <ac:spMk id="2" creationId="{20F45E6A-2617-CDF4-53F7-1054CEFBB9BC}"/>
          </ac:spMkLst>
        </pc:spChg>
        <pc:spChg chg="mod">
          <ac:chgData name="Dubrosky, Luke" userId="S::luke.dubrosky@snhu.edu::d7d26409-f331-4c90-a63e-f75d1416f34b" providerId="AD" clId="Web-{4A2730A8-E655-7FA8-D787-C54AF8962F58}" dt="2026-02-18T19:43:29.745" v="2095" actId="20577"/>
          <ac:spMkLst>
            <pc:docMk/>
            <pc:sldMk cId="1171672860" sldId="270"/>
            <ac:spMk id="4" creationId="{858B24A4-F3BE-D48F-553A-C910DCCC9BF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2/18/2026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2/18/2026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55720" y="1605915"/>
            <a:ext cx="4480560" cy="2468880"/>
          </a:xfrm>
        </p:spPr>
        <p:txBody>
          <a:bodyPr anchor="b" anchorCtr="0">
            <a:normAutofit/>
          </a:bodyPr>
          <a:lstStyle>
            <a:lvl1pPr algn="ctr">
              <a:lnSpc>
                <a:spcPct val="100000"/>
              </a:lnSpc>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21480" y="4245427"/>
            <a:ext cx="3749040" cy="1463040"/>
          </a:xfrm>
        </p:spPr>
        <p:txBody>
          <a:bodyPr anchor="t" anchorCtr="0">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Oval 3">
            <a:extLst>
              <a:ext uri="{FF2B5EF4-FFF2-40B4-BE49-F238E27FC236}">
                <a16:creationId xmlns:a16="http://schemas.microsoft.com/office/drawing/2014/main" id="{185E30E4-6ABC-717D-EDA7-C6A92FCDB0F6}"/>
              </a:ext>
            </a:extLst>
          </p:cNvPr>
          <p:cNvSpPr>
            <a:spLocks noChangeAspect="1"/>
          </p:cNvSpPr>
          <p:nvPr userDrawn="1"/>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06B797E-AAB7-2FA3-8ADB-E0218F350D22}"/>
              </a:ext>
            </a:extLst>
          </p:cNvPr>
          <p:cNvCxnSpPr>
            <a:cxnSpLocks/>
          </p:cNvCxnSpPr>
          <p:nvPr/>
        </p:nvCxnSpPr>
        <p:spPr>
          <a:xfrm flipV="1">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E586E34-FF91-68B8-CAEC-F84AD2DEEDB2}"/>
              </a:ext>
            </a:extLst>
          </p:cNvPr>
          <p:cNvCxnSpPr>
            <a:cxnSpLocks/>
          </p:cNvCxnSpPr>
          <p:nvPr userDrawn="1"/>
        </p:nvCxnSpPr>
        <p:spPr>
          <a:xfrm flipV="1">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E8CCB10-9F99-49CE-839A-D1D1C8B51CC8}"/>
              </a:ext>
            </a:extLst>
          </p:cNvPr>
          <p:cNvGrpSpPr/>
          <p:nvPr userDrawn="1"/>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72BBAB3-D3B1-A927-AFB7-E23615F2CD5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A581A57-E7BF-DC2D-2E40-FD3FB95BA77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602E52-B25B-C787-B432-FAE138B19417}"/>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213978C-81F6-A536-CE48-A5BCDCD8424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331046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accent3"/>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70C3BF-B703-4A66-2FFE-1FD2365D0D35}"/>
              </a:ext>
            </a:extLst>
          </p:cNvPr>
          <p:cNvSpPr>
            <a:spLocks noGrp="1"/>
          </p:cNvSpPr>
          <p:nvPr>
            <p:ph type="title"/>
          </p:nvPr>
        </p:nvSpPr>
        <p:spPr>
          <a:xfrm>
            <a:off x="1066800" y="640080"/>
            <a:ext cx="10058400" cy="777239"/>
          </a:xfrm>
        </p:spPr>
        <p:txBody>
          <a:bodyPr anchor="t"/>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6" name="Content Placeholder 15">
            <a:extLst>
              <a:ext uri="{FF2B5EF4-FFF2-40B4-BE49-F238E27FC236}">
                <a16:creationId xmlns:a16="http://schemas.microsoft.com/office/drawing/2014/main" id="{01884465-7638-4041-56EF-684A60E846D0}"/>
              </a:ext>
            </a:extLst>
          </p:cNvPr>
          <p:cNvSpPr>
            <a:spLocks noGrp="1"/>
          </p:cNvSpPr>
          <p:nvPr>
            <p:ph sz="quarter" idx="13"/>
          </p:nvPr>
        </p:nvSpPr>
        <p:spPr>
          <a:xfrm>
            <a:off x="1069848" y="1463040"/>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26F9D9E-FBB2-49D2-98A3-375E6DBB1458}" type="datetime1">
              <a:rPr lang="en-US" smtClean="0"/>
              <a:t>2/18/2026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7" name="Group 6">
            <a:extLst>
              <a:ext uri="{FF2B5EF4-FFF2-40B4-BE49-F238E27FC236}">
                <a16:creationId xmlns:a16="http://schemas.microsoft.com/office/drawing/2014/main" id="{E5E13058-C9D5-FD2D-4E13-939A6700763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F2AF45BD-F4F0-4F29-C005-BA3BC8AF0A6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8559CA-B25F-A779-165D-000F511BD53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76E1BB-25B4-D52E-01F1-44C64375D6F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9C388FC-A0B6-481D-BEB4-876D3CFC3F7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95051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3"/>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FE20B57-74C2-7AD8-6E07-D29EE6A60AB9}"/>
              </a:ext>
            </a:extLst>
          </p:cNvPr>
          <p:cNvSpPr>
            <a:spLocks noGrp="1"/>
          </p:cNvSpPr>
          <p:nvPr>
            <p:ph type="title"/>
          </p:nvPr>
        </p:nvSpPr>
        <p:spPr>
          <a:xfrm>
            <a:off x="1200912" y="4597404"/>
            <a:ext cx="9784077" cy="980435"/>
          </a:xfrm>
        </p:spPr>
        <p:txBody>
          <a:bodyPr anchor="b">
            <a:noAutofit/>
          </a:bodyPr>
          <a:lstStyle>
            <a:lvl1pPr>
              <a:defRPr sz="4800"/>
            </a:lvl1pPr>
          </a:lstStyle>
          <a:p>
            <a:r>
              <a:rPr lang="en-US" dirty="0"/>
              <a:t>Click to edit Master title style</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3" name="Text Placeholder 12">
            <a:extLst>
              <a:ext uri="{FF2B5EF4-FFF2-40B4-BE49-F238E27FC236}">
                <a16:creationId xmlns:a16="http://schemas.microsoft.com/office/drawing/2014/main" id="{B28025AC-332D-ADB0-3E96-03E4761BBC89}"/>
              </a:ext>
            </a:extLst>
          </p:cNvPr>
          <p:cNvSpPr>
            <a:spLocks noGrp="1"/>
          </p:cNvSpPr>
          <p:nvPr>
            <p:ph type="body" sz="quarter" idx="17"/>
          </p:nvPr>
        </p:nvSpPr>
        <p:spPr>
          <a:xfrm>
            <a:off x="1207008" y="5668963"/>
            <a:ext cx="9784842" cy="639762"/>
          </a:xfrm>
        </p:spPr>
        <p:txBody>
          <a:bodyPr>
            <a:normAutofit/>
          </a:bodyPr>
          <a:lstStyle>
            <a:lvl1pPr marL="0" indent="0">
              <a:buNone/>
              <a:defRPr sz="2000"/>
            </a:lvl1pPr>
          </a:lstStyle>
          <a:p>
            <a:pPr lvl="0"/>
            <a:r>
              <a:rPr lang="en-US" dirty="0"/>
              <a:t>Click to edit Master text styles</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808258" y="404999"/>
            <a:ext cx="10575485" cy="383680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667"/>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rot="5400000">
            <a:off x="10040831" y="4203335"/>
            <a:ext cx="3494314" cy="365125"/>
          </a:xfrm>
        </p:spPr>
        <p:txBody>
          <a:bodyPr/>
          <a:lstStyle>
            <a:lvl1pPr>
              <a:defRPr>
                <a:solidFill>
                  <a:schemeClr val="tx1"/>
                </a:solidFill>
              </a:defRPr>
            </a:lvl1pPr>
          </a:lstStyle>
          <a:p>
            <a:fld id="{3D5058B3-EEF2-4DD0-8865-E06070870E6E}" type="datetime1">
              <a:rPr lang="en-US" smtClean="0"/>
              <a:t>2/18/2026</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F5904286-3DEB-9849-219D-A085C0024794}"/>
              </a:ext>
            </a:extLst>
          </p:cNvPr>
          <p:cNvCxnSpPr>
            <a:cxnSpLocks/>
          </p:cNvCxnSpPr>
          <p:nvPr/>
        </p:nvCxnSpPr>
        <p:spPr>
          <a:xfrm>
            <a:off x="803185" y="426735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FCF7D0C-5069-E36A-74BE-09B74A8BDF58}"/>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23A121A0-9E65-3E8B-DBB2-52D98873A8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2B9F357-72AD-336C-0877-A0314E6529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73381C-AC31-FE63-FC5F-EFE48EAFF6B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AEBC41-77CA-7255-DEC2-73C82A6D4E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05536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8D1A68-0FAC-B397-3F43-E7E6DB16F9D9}"/>
              </a:ext>
            </a:extLst>
          </p:cNvPr>
          <p:cNvSpPr>
            <a:spLocks noGrp="1"/>
          </p:cNvSpPr>
          <p:nvPr>
            <p:ph type="title"/>
          </p:nvPr>
        </p:nvSpPr>
        <p:spPr>
          <a:xfrm>
            <a:off x="6395598" y="1126010"/>
            <a:ext cx="4668639" cy="3478778"/>
          </a:xfrm>
        </p:spPr>
        <p:txBody>
          <a:bodyPr anchor="b">
            <a:normAutofit/>
          </a:bodyPr>
          <a:lstStyle>
            <a:lvl1pPr>
              <a:defRPr sz="4800"/>
            </a:lvl1pPr>
          </a:lstStyle>
          <a:p>
            <a:r>
              <a:rPr lang="en-US"/>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1" name="Text Placeholder 12">
            <a:extLst>
              <a:ext uri="{FF2B5EF4-FFF2-40B4-BE49-F238E27FC236}">
                <a16:creationId xmlns:a16="http://schemas.microsoft.com/office/drawing/2014/main" id="{94891711-2302-9D63-B25E-AF7AF07C3A86}"/>
              </a:ext>
            </a:extLst>
          </p:cNvPr>
          <p:cNvSpPr>
            <a:spLocks noGrp="1"/>
          </p:cNvSpPr>
          <p:nvPr>
            <p:ph type="body" sz="quarter" idx="17"/>
          </p:nvPr>
        </p:nvSpPr>
        <p:spPr>
          <a:xfrm>
            <a:off x="6395598" y="4731335"/>
            <a:ext cx="4668642" cy="1193728"/>
          </a:xfrm>
        </p:spPr>
        <p:txBody>
          <a:bodyPr>
            <a:normAutofit/>
          </a:bodyPr>
          <a:lstStyle>
            <a:lvl1pPr marL="0" indent="0">
              <a:buNone/>
              <a:defRPr sz="2000"/>
            </a:lvl1pPr>
          </a:lstStyle>
          <a:p>
            <a:pPr lvl="0"/>
            <a:r>
              <a:rPr lang="en-US" dirty="0"/>
              <a:t>Click to edit Master text styles</a:t>
            </a:r>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0FDDB1F5-9155-4128-9946-6808FE896B8C}" type="datetime1">
              <a:rPr lang="en-US" smtClean="0"/>
              <a:t>2/18/2026</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271415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E3D082D-5D35-2F9F-90C3-021CD2158B79}"/>
              </a:ext>
            </a:extLst>
          </p:cNvPr>
          <p:cNvSpPr>
            <a:spLocks noGrp="1"/>
          </p:cNvSpPr>
          <p:nvPr>
            <p:ph type="title"/>
          </p:nvPr>
        </p:nvSpPr>
        <p:spPr>
          <a:xfrm>
            <a:off x="1206418" y="782840"/>
            <a:ext cx="4572587" cy="3661142"/>
          </a:xfrm>
        </p:spPr>
        <p:txBody>
          <a:bodyPr>
            <a:normAutofit/>
          </a:bodyPr>
          <a:lstStyle>
            <a:lvl1pPr>
              <a:defRPr sz="4800"/>
            </a:lvl1pPr>
          </a:lstStyle>
          <a:p>
            <a:r>
              <a:rPr lang="en-US"/>
              <a:t>Click to edit Master title style</a:t>
            </a:r>
          </a:p>
        </p:txBody>
      </p:sp>
      <p:sp>
        <p:nvSpPr>
          <p:cNvPr id="5" name="Footer Placeholder 4">
            <a:extLst>
              <a:ext uri="{FF2B5EF4-FFF2-40B4-BE49-F238E27FC236}">
                <a16:creationId xmlns:a16="http://schemas.microsoft.com/office/drawing/2014/main" id="{D68AA1BC-11EF-D28B-C0E1-F2D685AF722E}"/>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6" name="Text Placeholder 12">
            <a:extLst>
              <a:ext uri="{FF2B5EF4-FFF2-40B4-BE49-F238E27FC236}">
                <a16:creationId xmlns:a16="http://schemas.microsoft.com/office/drawing/2014/main" id="{5B07658D-2C15-0859-FC14-231204836C51}"/>
              </a:ext>
            </a:extLst>
          </p:cNvPr>
          <p:cNvSpPr>
            <a:spLocks noGrp="1"/>
          </p:cNvSpPr>
          <p:nvPr>
            <p:ph type="body" sz="quarter" idx="17"/>
          </p:nvPr>
        </p:nvSpPr>
        <p:spPr>
          <a:xfrm>
            <a:off x="1207008" y="4663439"/>
            <a:ext cx="4571996" cy="1380739"/>
          </a:xfrm>
        </p:spPr>
        <p:txBody>
          <a:bodyPr anchor="b">
            <a:normAutofit/>
          </a:bodyPr>
          <a:lstStyle>
            <a:lvl1pPr marL="0" indent="0">
              <a:buNone/>
              <a:defRPr sz="2000"/>
            </a:lvl1pPr>
          </a:lstStyle>
          <a:p>
            <a:pPr lvl="0"/>
            <a:r>
              <a:rPr lang="en-US" dirty="0"/>
              <a:t>Click to edit Master text styles</a:t>
            </a:r>
          </a:p>
        </p:txBody>
      </p:sp>
      <p:sp>
        <p:nvSpPr>
          <p:cNvPr id="10" name="Picture Placeholder 10">
            <a:extLst>
              <a:ext uri="{FF2B5EF4-FFF2-40B4-BE49-F238E27FC236}">
                <a16:creationId xmlns:a16="http://schemas.microsoft.com/office/drawing/2014/main" id="{3565B300-A92A-F114-82AF-D815794F430F}"/>
              </a:ext>
            </a:extLst>
          </p:cNvPr>
          <p:cNvSpPr>
            <a:spLocks noGrp="1"/>
          </p:cNvSpPr>
          <p:nvPr>
            <p:ph type="pic" sz="quarter" idx="13" hasCustomPrompt="1"/>
          </p:nvPr>
        </p:nvSpPr>
        <p:spPr>
          <a:xfrm>
            <a:off x="6099048"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3697B55B-A218-74B5-0BEE-22235E9B8B72}"/>
              </a:ext>
            </a:extLst>
          </p:cNvPr>
          <p:cNvSpPr>
            <a:spLocks noGrp="1"/>
          </p:cNvSpPr>
          <p:nvPr>
            <p:ph type="dt" sz="half" idx="14"/>
          </p:nvPr>
        </p:nvSpPr>
        <p:spPr/>
        <p:txBody>
          <a:bodyPr/>
          <a:lstStyle>
            <a:lvl1pPr>
              <a:defRPr>
                <a:solidFill>
                  <a:schemeClr val="tx1"/>
                </a:solidFill>
              </a:defRPr>
            </a:lvl1pPr>
          </a:lstStyle>
          <a:p>
            <a:fld id="{76332D4F-69DA-447D-8D71-58933F8FE745}" type="datetime1">
              <a:rPr lang="en-US" smtClean="0"/>
              <a:t>2/18/2026</a:t>
            </a:fld>
            <a:endParaRPr lang="en-US" dirty="0"/>
          </a:p>
        </p:txBody>
      </p:sp>
      <p:sp>
        <p:nvSpPr>
          <p:cNvPr id="6" name="Slide Number Placeholder 5">
            <a:extLst>
              <a:ext uri="{FF2B5EF4-FFF2-40B4-BE49-F238E27FC236}">
                <a16:creationId xmlns:a16="http://schemas.microsoft.com/office/drawing/2014/main" id="{90210BF7-333F-24FE-D2DF-7331FF965889}"/>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BCC99E2D-452C-18BB-7BBF-6B7623C54B61}"/>
              </a:ext>
            </a:extLst>
          </p:cNvPr>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BEF9994A-73A8-CE11-7B98-7EA7C4CD1EA5}"/>
              </a:ext>
            </a:extLst>
          </p:cNvPr>
          <p:cNvGrpSpPr/>
          <p:nvPr userDrawn="1"/>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C7A9A682-C17C-6F60-46E3-F77E33DAF30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5C5B78E-1DDD-2C3B-5815-0AA0E821DF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61B8608-E98C-230E-455F-2EB092A04E7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AD2C4CF-5F74-8957-6184-413A56C8ED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36882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DB7B0F2-3D52-79E2-8444-B82E34B568BA}"/>
              </a:ext>
            </a:extLst>
          </p:cNvPr>
          <p:cNvSpPr>
            <a:spLocks noGrp="1"/>
          </p:cNvSpPr>
          <p:nvPr>
            <p:ph type="title"/>
          </p:nvPr>
        </p:nvSpPr>
        <p:spPr>
          <a:xfrm>
            <a:off x="6400800" y="786384"/>
            <a:ext cx="4668637" cy="3460492"/>
          </a:xfrm>
        </p:spPr>
        <p:txBody>
          <a:bodyPr>
            <a:normAutofit/>
          </a:bodyPr>
          <a:lstStyle>
            <a:lvl1pPr>
              <a:defRPr sz="4800"/>
            </a:lvl1pPr>
          </a:lstStyle>
          <a:p>
            <a:r>
              <a:rPr lang="en-US" dirty="0"/>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6" name="Text Placeholder 12">
            <a:extLst>
              <a:ext uri="{FF2B5EF4-FFF2-40B4-BE49-F238E27FC236}">
                <a16:creationId xmlns:a16="http://schemas.microsoft.com/office/drawing/2014/main" id="{944F125D-7632-1E4B-E35B-4A1B552FC872}"/>
              </a:ext>
            </a:extLst>
          </p:cNvPr>
          <p:cNvSpPr>
            <a:spLocks noGrp="1"/>
          </p:cNvSpPr>
          <p:nvPr>
            <p:ph type="body" sz="quarter" idx="17"/>
          </p:nvPr>
        </p:nvSpPr>
        <p:spPr>
          <a:xfrm>
            <a:off x="6395599" y="4663439"/>
            <a:ext cx="4668641" cy="1380744"/>
          </a:xfrm>
        </p:spPr>
        <p:txBody>
          <a:bodyPr anchor="b">
            <a:normAutofit/>
          </a:bodyPr>
          <a:lstStyle>
            <a:lvl1pPr marL="0" indent="0">
              <a:buNone/>
              <a:defRPr sz="2000"/>
            </a:lvl1pPr>
          </a:lstStyle>
          <a:p>
            <a:pPr lvl="0"/>
            <a:r>
              <a:rPr lang="en-US" dirty="0"/>
              <a:t>Click to edit Master text styles</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2F8211FF-1EED-4E40-908A-D3076C331B06}" type="datetime1">
              <a:rPr lang="en-US" smtClean="0"/>
              <a:t>2/18/2026</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803573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8E949C-4552-505B-2374-1AD98378AB98}"/>
              </a:ext>
            </a:extLst>
          </p:cNvPr>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Text Placeholder 12">
            <a:extLst>
              <a:ext uri="{FF2B5EF4-FFF2-40B4-BE49-F238E27FC236}">
                <a16:creationId xmlns:a16="http://schemas.microsoft.com/office/drawing/2014/main" id="{96AD6200-A62D-83E5-67FF-7C9D21BC40D3}"/>
              </a:ext>
            </a:extLst>
          </p:cNvPr>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804AD26-BCB3-4DA6-A1C8-F71900B8E385}" type="datetime1">
              <a:rPr lang="en-US" smtClean="0"/>
              <a:t>2/18/2026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FFF68E49-FB2F-EE46-BBC5-687EFFAC5B44}"/>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3A684535-D8D6-3C5C-2F48-CF561A53589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53CEFA-651F-E217-0B0C-E52881B35E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1F9794-829E-FFF3-35B9-FBE5704507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C86891-1380-AD13-7BB7-52F437FF17F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93156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9E9313-4D10-F4B7-8D91-79EDA5D77209}"/>
              </a:ext>
            </a:extLst>
          </p:cNvPr>
          <p:cNvSpPr>
            <a:spLocks noGrp="1"/>
          </p:cNvSpPr>
          <p:nvPr>
            <p:ph type="title"/>
          </p:nvPr>
        </p:nvSpPr>
        <p:spPr>
          <a:xfrm>
            <a:off x="1207004" y="1073329"/>
            <a:ext cx="7876287" cy="3592629"/>
          </a:xfrm>
        </p:spPr>
        <p:txBody>
          <a:bodyPr anchor="b">
            <a:normAutofit/>
          </a:bodyPr>
          <a:lstStyle>
            <a:lvl1pPr>
              <a:defRPr sz="72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10" name="Text Placeholder 12">
            <a:extLst>
              <a:ext uri="{FF2B5EF4-FFF2-40B4-BE49-F238E27FC236}">
                <a16:creationId xmlns:a16="http://schemas.microsoft.com/office/drawing/2014/main" id="{9CF64426-6D11-A40D-4E5E-20B779D81EA7}"/>
              </a:ext>
            </a:extLst>
          </p:cNvPr>
          <p:cNvSpPr>
            <a:spLocks noGrp="1"/>
          </p:cNvSpPr>
          <p:nvPr>
            <p:ph type="body" sz="quarter" idx="17"/>
          </p:nvPr>
        </p:nvSpPr>
        <p:spPr>
          <a:xfrm>
            <a:off x="1207007" y="4715111"/>
            <a:ext cx="7375466" cy="1014984"/>
          </a:xfrm>
        </p:spPr>
        <p:txBody>
          <a:bodyPr anchor="t">
            <a:normAutofit/>
          </a:bodyPr>
          <a:lstStyle>
            <a:lvl1pPr marL="0" indent="0">
              <a:buNone/>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3632C9C-9A8F-446B-8187-09132D1A46A0}" type="datetime1">
              <a:rPr lang="en-US" smtClean="0"/>
              <a:t>2/18/2026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54162085-B82B-D70C-0D7A-22C4D7233FBB}"/>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9B9AC621-2F3F-131D-52E8-A4984237541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C01039-2702-D6CF-0CAF-7BDB73F165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76C98EB-F220-E16C-9F07-94D78E1A08D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953B0C-5FF3-5CCF-848F-BB45DDA545A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03002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95400" y="1005840"/>
            <a:ext cx="9601200" cy="2621154"/>
          </a:xfrm>
        </p:spPr>
        <p:txBody>
          <a:bodyPr anchor="b" anchorCtr="0">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95400" y="3749039"/>
            <a:ext cx="9601200" cy="2103120"/>
          </a:xfrm>
        </p:spPr>
        <p:txBody>
          <a:bodyPr anchor="t" anchorCtr="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8C6F82F-1CA0-4CF2-91A1-388896177AD5}" type="datetime1">
              <a:rPr lang="en-US" smtClean="0"/>
              <a:t>2/18/2026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E52FAD7B-9B0A-857E-5CD0-3E3F44C18648}"/>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C00D7A0C-A4FC-D6C3-FB54-CEA8FB8E533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A9338F-57CD-1C5E-080E-1648C5C9F9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DEB5BD-7064-53F1-55A5-85BC50666D0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943BB38-B6FB-D943-9359-FE7ED3ABB29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266204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2103120"/>
            <a:ext cx="3931920" cy="2011680"/>
          </a:xfrm>
        </p:spPr>
        <p:txBody>
          <a:bodyPr anchor="b" anchorCtr="0">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24400" y="4177393"/>
            <a:ext cx="2743200" cy="1097280"/>
          </a:xfrm>
        </p:spPr>
        <p:txBody>
          <a:bodyPr anchor="t" anchorCtr="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9" name="Group 8">
            <a:extLst>
              <a:ext uri="{FF2B5EF4-FFF2-40B4-BE49-F238E27FC236}">
                <a16:creationId xmlns:a16="http://schemas.microsoft.com/office/drawing/2014/main" id="{8539BFE6-4C9C-5B1E-ED2D-D672723D9480}"/>
              </a:ext>
            </a:extLst>
          </p:cNvPr>
          <p:cNvGrpSpPr/>
          <p:nvPr userDrawn="1"/>
        </p:nvGrpSpPr>
        <p:grpSpPr>
          <a:xfrm>
            <a:off x="795290" y="400467"/>
            <a:ext cx="10603299" cy="6052793"/>
            <a:chOff x="795290" y="400467"/>
            <a:chExt cx="10603299" cy="6052793"/>
          </a:xfrm>
        </p:grpSpPr>
        <p:cxnSp>
          <p:nvCxnSpPr>
            <p:cNvPr id="10" name="Straight Connector 9">
              <a:extLst>
                <a:ext uri="{FF2B5EF4-FFF2-40B4-BE49-F238E27FC236}">
                  <a16:creationId xmlns:a16="http://schemas.microsoft.com/office/drawing/2014/main" id="{8E4F5756-0D00-A0C9-4813-70C9B7C191EE}"/>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2B78D9-04A0-2DE2-227F-950F1640461C}"/>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1CFAC1-EF4C-3A94-56C0-11F4FA3BBF8D}"/>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8629CBD-3927-3D28-1F30-9F6EA7453827}"/>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588387A3-E4C6-1FA3-B53D-8321DABF7F57}"/>
              </a:ext>
            </a:extLst>
          </p:cNvPr>
          <p:cNvSpPr/>
          <p:nvPr userDrawn="1"/>
        </p:nvSpPr>
        <p:spPr>
          <a:xfrm>
            <a:off x="3635480" y="966343"/>
            <a:ext cx="4921041" cy="4921041"/>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CD347A20-E5CE-D48A-532A-43A9AE6D845E}"/>
              </a:ext>
            </a:extLst>
          </p:cNvPr>
          <p:cNvGrpSpPr/>
          <p:nvPr userDrawn="1"/>
        </p:nvGrpSpPr>
        <p:grpSpPr>
          <a:xfrm>
            <a:off x="803185" y="0"/>
            <a:ext cx="10585629" cy="6858000"/>
            <a:chOff x="803185" y="0"/>
            <a:chExt cx="10585629" cy="6858000"/>
          </a:xfrm>
        </p:grpSpPr>
        <p:cxnSp>
          <p:nvCxnSpPr>
            <p:cNvPr id="17" name="Straight Connector 16">
              <a:extLst>
                <a:ext uri="{FF2B5EF4-FFF2-40B4-BE49-F238E27FC236}">
                  <a16:creationId xmlns:a16="http://schemas.microsoft.com/office/drawing/2014/main" id="{010530ED-939C-9AE3-E2AA-C67A3BAE230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1E0B585-5421-AB6C-F2B4-387F4FCC3B8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F59087-71C3-F7D4-40F9-C5030341EBF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1F614F-4E8C-C510-F9CA-18D5C8F8000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8820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09800" y="1143000"/>
            <a:ext cx="7772400" cy="4572000"/>
          </a:xfrm>
        </p:spPr>
        <p:txBody>
          <a:bodyPr anchor="ctr" anchorCtr="0">
            <a:normAutofit/>
          </a:bodyPr>
          <a:lstStyle>
            <a:lvl1pPr algn="ctr">
              <a:defRPr sz="60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DEF69A2-4F59-479F-BEF2-69F2219A16C9}" type="datetime1">
              <a:rPr lang="en-US" smtClean="0"/>
              <a:t>2/18/2026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3" name="Group 2">
            <a:extLst>
              <a:ext uri="{FF2B5EF4-FFF2-40B4-BE49-F238E27FC236}">
                <a16:creationId xmlns:a16="http://schemas.microsoft.com/office/drawing/2014/main" id="{48F319F3-7ADB-A297-31E7-B4ECAED75F6F}"/>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9342D09D-B576-2CDA-0E02-F693119B459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FE4725A-AB5F-A233-599A-4D9D5792EF7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E93BF32-D165-B68D-46A9-E4857CC06E9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FA350C-9C20-0040-6C52-924473C264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33087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B06AB12F-C5D8-43C4-BBB0-DAFB57DF07E7}" type="datetime1">
              <a:rPr lang="en-US" smtClean="0"/>
              <a:t>2/18/2026</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364D07C-30EB-180E-ECA5-7D994FB6B458}"/>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1ADA6AEC-ECB3-F1C7-E764-B8ADFE06411F}"/>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0DB266-E37E-7698-DB7E-6D9E94BDFA72}"/>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219D4A54-15D9-3C99-7553-173F66B741B0}"/>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644712B6-CD65-6015-EC36-F8A05F355A6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82FE47-168D-894B-9992-69DDA276429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CB7F1E8-9C58-EB4B-7C58-F14781D8EA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0AA4AF-279E-969C-C602-1D4B7466E4B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56327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1645920"/>
            <a:ext cx="3931920" cy="356616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CFCAE280-1FAF-431A-AFCC-652D1D768935}" type="datetime1">
              <a:rPr lang="en-US" smtClean="0"/>
              <a:t>2/18/2026</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9" name="Group 8">
            <a:extLst>
              <a:ext uri="{FF2B5EF4-FFF2-40B4-BE49-F238E27FC236}">
                <a16:creationId xmlns:a16="http://schemas.microsoft.com/office/drawing/2014/main" id="{9B2419B5-61E2-FD73-4DC0-6BD4FEA22BC7}"/>
              </a:ext>
            </a:extLst>
          </p:cNvPr>
          <p:cNvGrpSpPr/>
          <p:nvPr/>
        </p:nvGrpSpPr>
        <p:grpSpPr>
          <a:xfrm>
            <a:off x="3357372" y="400050"/>
            <a:ext cx="5477256" cy="6053507"/>
            <a:chOff x="3357372" y="400050"/>
            <a:chExt cx="5477256" cy="6053507"/>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357372" y="690372"/>
              <a:ext cx="5477256" cy="5477256"/>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90D9250-FE41-6A62-63E0-45557F7A8217}"/>
                </a:ext>
              </a:extLst>
            </p:cNvPr>
            <p:cNvCxnSpPr>
              <a:cxnSpLocks/>
            </p:cNvCxnSpPr>
            <p:nvPr/>
          </p:nvCxnSpPr>
          <p:spPr>
            <a:xfrm>
              <a:off x="6096000" y="400050"/>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B5D07D-F48B-B558-CC22-73A8D1D25CEC}"/>
                </a:ext>
              </a:extLst>
            </p:cNvPr>
            <p:cNvCxnSpPr>
              <a:cxnSpLocks/>
            </p:cNvCxnSpPr>
            <p:nvPr/>
          </p:nvCxnSpPr>
          <p:spPr>
            <a:xfrm>
              <a:off x="6096000" y="6163235"/>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1A553EE4-7656-051D-B9EA-5CE4DF67F1BC}"/>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B995F0C-E3CB-71F5-AA4A-3E0C2250F6D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4E96190-C8C5-5A5E-583F-A1FA14CA530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33EFCA-48D0-CA03-8F58-5201249ED94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8BC0BD-74F3-CF74-E3F6-B1AB0632536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12738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332B1AC0-F140-4CFD-8DB3-1250D01F4A17}" type="datetime1">
              <a:rPr lang="en-US" smtClean="0"/>
              <a:t>2/18/2026</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5B1BE2BD-7F8B-7C22-CFB1-672436A435C5}"/>
              </a:ext>
            </a:extLst>
          </p:cNvPr>
          <p:cNvCxnSpPr>
            <a:cxnSpLocks/>
            <a:endCxn id="8" idx="0"/>
          </p:cNvCxnSpPr>
          <p:nvPr/>
        </p:nvCxnSpPr>
        <p:spPr>
          <a:xfrm>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3605ED7-A153-EC6F-5FAD-36B4B4358E06}"/>
              </a:ext>
            </a:extLst>
          </p:cNvPr>
          <p:cNvCxnSpPr>
            <a:cxnSpLocks/>
            <a:stCxn id="8" idx="4"/>
          </p:cNvCxnSpPr>
          <p:nvPr/>
        </p:nvCxnSpPr>
        <p:spPr>
          <a:xfrm>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3C8215DB-D097-7C38-9C71-D1CFEFEF6A85}"/>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0A25622-E70C-87A2-8948-57015501A77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C90E86-9351-B357-1E5C-6FFBE66DCF8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02D9F6-1ABE-59A5-65EE-083DC0F5BBAD}"/>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5F9938-96CE-D789-BC11-3480B8489FD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59178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55032" y="862335"/>
            <a:ext cx="4389120" cy="512064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547100" y="816615"/>
            <a:ext cx="4389120" cy="5212080"/>
          </a:xfrm>
        </p:spPr>
        <p:txBody>
          <a:bodyPr anchor="ctr" anchorCtr="0">
            <a:normAutofit/>
          </a:bodyPr>
          <a:lstStyle>
            <a:lvl1pPr marL="285750" indent="-285750">
              <a:buFont typeface="Arial" panose="020B0604020202020204" pitchFamily="34" charset="0"/>
              <a:buChar char="•"/>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BD9D700C-85B2-47B3-997E-E13950E22DFB}" type="datetime1">
              <a:rPr lang="en-US" smtClean="0"/>
              <a:t>2/18/2026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97BF5B-32BC-BBD0-CF2F-278F9759F7B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1B8C6683-0AEB-503B-BAF1-51DAAF22F62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2043B3-B90B-491D-9203-45C5F867EC8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AE574BD-DC36-6D57-B675-4DC205A2F99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0042C9-94A3-B61B-E948-DEAD329E857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2D93BD77-3686-B555-2FC0-ACF67E598393}"/>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406549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00623" y="822960"/>
            <a:ext cx="4342337" cy="2103120"/>
          </a:xfrm>
        </p:spPr>
        <p:txBody>
          <a:bodyPr anchor="t" anchorCtr="0">
            <a:normAutofit/>
          </a:bodyPr>
          <a:lstStyle>
            <a:lvl1pPr>
              <a:defRPr sz="40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89E984F9-2199-EBFA-F2CC-8763C190A200}"/>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6" name="Picture Placeholder 10">
            <a:extLst>
              <a:ext uri="{FF2B5EF4-FFF2-40B4-BE49-F238E27FC236}">
                <a16:creationId xmlns:a16="http://schemas.microsoft.com/office/drawing/2014/main" id="{3699909B-C939-96B1-BC6D-ADAB553102ED}"/>
              </a:ext>
            </a:extLst>
          </p:cNvPr>
          <p:cNvSpPr>
            <a:spLocks noGrp="1"/>
          </p:cNvSpPr>
          <p:nvPr>
            <p:ph type="pic" sz="quarter" idx="14" hasCustomPrompt="1"/>
          </p:nvPr>
        </p:nvSpPr>
        <p:spPr>
          <a:xfrm>
            <a:off x="804672"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 b="2"/>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00623" y="3834765"/>
            <a:ext cx="4343400" cy="2103120"/>
          </a:xfrm>
        </p:spPr>
        <p:txBody>
          <a:bodyPr>
            <a:normAutofit/>
          </a:bodyPr>
          <a:lstStyle>
            <a:lvl1pPr marL="285750" indent="-285750">
              <a:lnSpc>
                <a:spcPct val="150000"/>
              </a:lnSpc>
              <a:buFont typeface="Arial" panose="020B0604020202020204" pitchFamily="34" charset="0"/>
              <a:buChar char="•"/>
              <a:defRPr sz="1800">
                <a:solidFill>
                  <a:schemeClr val="tx1"/>
                </a:solidFill>
              </a:defRPr>
            </a:lvl1pPr>
            <a:lvl2pPr marL="514350" indent="-285750">
              <a:lnSpc>
                <a:spcPct val="150000"/>
              </a:lnSpc>
              <a:buFont typeface="Arial" panose="020B0604020202020204" pitchFamily="34" charset="0"/>
              <a:buChar char="•"/>
              <a:defRPr sz="1600">
                <a:solidFill>
                  <a:schemeClr val="tx1"/>
                </a:solidFill>
              </a:defRPr>
            </a:lvl2pPr>
            <a:lvl3pPr marL="742950" indent="-285750">
              <a:lnSpc>
                <a:spcPct val="150000"/>
              </a:lnSpc>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7D52F3B9-F3FC-C6BA-2D5C-232401B1DDB5}"/>
              </a:ext>
            </a:extLst>
          </p:cNvPr>
          <p:cNvSpPr>
            <a:spLocks noGrp="1"/>
          </p:cNvSpPr>
          <p:nvPr>
            <p:ph type="dt" sz="half" idx="15"/>
          </p:nvPr>
        </p:nvSpPr>
        <p:spPr/>
        <p:txBody>
          <a:bodyPr/>
          <a:lstStyle>
            <a:lvl1pPr>
              <a:defRPr>
                <a:solidFill>
                  <a:schemeClr val="tx1"/>
                </a:solidFill>
              </a:defRPr>
            </a:lvl1pPr>
          </a:lstStyle>
          <a:p>
            <a:fld id="{4480006D-ECDF-498D-B49A-7AD8A8EE5B1D}" type="datetime1">
              <a:rPr lang="en-US" smtClean="0"/>
              <a:t>2/18/2026</a:t>
            </a:fld>
            <a:endParaRPr lang="en-US" dirty="0"/>
          </a:p>
        </p:txBody>
      </p:sp>
      <p:sp>
        <p:nvSpPr>
          <p:cNvPr id="11" name="Slide Number Placeholder 10">
            <a:extLst>
              <a:ext uri="{FF2B5EF4-FFF2-40B4-BE49-F238E27FC236}">
                <a16:creationId xmlns:a16="http://schemas.microsoft.com/office/drawing/2014/main" id="{FAA914D9-9468-7038-39C3-3B639A66D86E}"/>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4" name="Group 13">
            <a:extLst>
              <a:ext uri="{FF2B5EF4-FFF2-40B4-BE49-F238E27FC236}">
                <a16:creationId xmlns:a16="http://schemas.microsoft.com/office/drawing/2014/main" id="{B20CE65A-BB1E-AC85-3441-39F20A18F2A5}"/>
              </a:ext>
            </a:extLst>
          </p:cNvPr>
          <p:cNvGrpSpPr/>
          <p:nvPr/>
        </p:nvGrpSpPr>
        <p:grpSpPr>
          <a:xfrm>
            <a:off x="6093848" y="402336"/>
            <a:ext cx="5297241" cy="6053328"/>
            <a:chOff x="6093848" y="402336"/>
            <a:chExt cx="5297241" cy="6053328"/>
          </a:xfrm>
        </p:grpSpPr>
        <p:cxnSp>
          <p:nvCxnSpPr>
            <p:cNvPr id="8" name="Straight Connector 7">
              <a:extLst>
                <a:ext uri="{FF2B5EF4-FFF2-40B4-BE49-F238E27FC236}">
                  <a16:creationId xmlns:a16="http://schemas.microsoft.com/office/drawing/2014/main" id="{0B186CB7-6AEB-B743-4514-FD48EC8624B1}"/>
                </a:ext>
              </a:extLst>
            </p:cNvPr>
            <p:cNvCxnSpPr>
              <a:cxnSpLocks/>
            </p:cNvCxnSpPr>
            <p:nvPr/>
          </p:nvCxnSpPr>
          <p:spPr>
            <a:xfrm flipH="1">
              <a:off x="6093848" y="3425476"/>
              <a:ext cx="52972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6BA0EC0-9334-E3BD-A943-2A6CE641D18A}"/>
                </a:ext>
              </a:extLst>
            </p:cNvPr>
            <p:cNvCxnSpPr/>
            <p:nvPr/>
          </p:nvCxnSpPr>
          <p:spPr>
            <a:xfrm>
              <a:off x="60997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3E199F47-2C0A-4C3F-B557-642A89A02175}"/>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487DDCC1-3A31-C96B-B944-3D034E35CE5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521C807-39D4-D4AA-9527-8658CEF781D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E28386-8201-E969-93C4-035054A6593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5476B2-B1B9-0305-3417-F5958B27BB8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9337864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Content Placeholder 9">
            <a:extLst>
              <a:ext uri="{FF2B5EF4-FFF2-40B4-BE49-F238E27FC236}">
                <a16:creationId xmlns:a16="http://schemas.microsoft.com/office/drawing/2014/main" id="{E79C5E13-DAC4-195E-1928-8B3D9E93B84D}"/>
              </a:ext>
            </a:extLst>
          </p:cNvPr>
          <p:cNvSpPr>
            <a:spLocks noGrp="1"/>
          </p:cNvSpPr>
          <p:nvPr>
            <p:ph sz="quarter" idx="14"/>
          </p:nvPr>
        </p:nvSpPr>
        <p:spPr>
          <a:xfrm>
            <a:off x="6604000" y="2184400"/>
            <a:ext cx="4298950" cy="2468563"/>
          </a:xfrm>
        </p:spPr>
        <p:txBody>
          <a:bodyPr anchor="ct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460E92D-E4AA-41FD-9964-35C75C9EC117}" type="datetime1">
              <a:rPr lang="en-US" smtClean="0"/>
              <a:t>2/18/2026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5D4AF90E-26F2-BCC1-1730-ECA670AFE5A9}"/>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387397F7-ED9A-8F00-3F67-261E1D3015B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A2613-2C66-F678-F8F9-98BC7AA76A7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9C37B4F-9C8D-F842-D910-EFB122B37B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9ABB5DB-6C07-7796-F8FD-C5EF39B54DC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Connector 2">
            <a:extLst>
              <a:ext uri="{FF2B5EF4-FFF2-40B4-BE49-F238E27FC236}">
                <a16:creationId xmlns:a16="http://schemas.microsoft.com/office/drawing/2014/main" id="{F1FF3CE0-FE95-A5D4-5EF7-60EA03431A10}"/>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57116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789369" y="1045029"/>
            <a:ext cx="3900879" cy="4663440"/>
          </a:xfrm>
        </p:spPr>
        <p:txBody>
          <a:bodyPr anchor="ctr" anchorCtr="0">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06A85BB-A416-4D3A-9A4F-C028C19B4D1D}" type="datetime1">
              <a:rPr lang="en-US" smtClean="0"/>
              <a:t>2/18/2026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1" name="Straight Connector 10">
            <a:extLst>
              <a:ext uri="{FF2B5EF4-FFF2-40B4-BE49-F238E27FC236}">
                <a16:creationId xmlns:a16="http://schemas.microsoft.com/office/drawing/2014/main" id="{382062BE-564D-E723-4D32-E97A7D6D9BFF}"/>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8724391A-72C8-59EB-093A-7DB51C79B077}"/>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8EFAD0B9-5EED-C0C3-D1D9-648F10ED7BE6}"/>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B9583C-8B41-3D50-9FDD-E26958D31AF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EAC0D2-6922-25FF-877D-8CDA3D65C5E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28399D9-F337-D887-E4B6-C348B7A962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23146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55032" y="816615"/>
            <a:ext cx="438912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9" name="Content Placeholder 8">
            <a:extLst>
              <a:ext uri="{FF2B5EF4-FFF2-40B4-BE49-F238E27FC236}">
                <a16:creationId xmlns:a16="http://schemas.microsoft.com/office/drawing/2014/main" id="{14BC836E-EE23-E8E8-F704-10EB1EBA0744}"/>
              </a:ext>
            </a:extLst>
          </p:cNvPr>
          <p:cNvSpPr>
            <a:spLocks noGrp="1"/>
          </p:cNvSpPr>
          <p:nvPr>
            <p:ph sz="quarter" idx="14"/>
          </p:nvPr>
        </p:nvSpPr>
        <p:spPr>
          <a:xfrm>
            <a:off x="6545248" y="816615"/>
            <a:ext cx="4389104" cy="5224768"/>
          </a:xfrm>
        </p:spPr>
        <p:txBody>
          <a:bodyPr anchor="ct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84575EC-B9BE-45B3-8586-C8BE8EAAAFBE}" type="datetime1">
              <a:rPr lang="en-US" smtClean="0"/>
              <a:t>2/18/2026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8535B3E4-3247-E935-5816-43C07DF6498F}"/>
              </a:ext>
            </a:extLst>
          </p:cNvPr>
          <p:cNvCxnSpPr>
            <a:cxnSpLocks/>
          </p:cNvCxnSpPr>
          <p:nvPr/>
        </p:nvCxnSpPr>
        <p:spPr>
          <a:xfrm>
            <a:off x="6096000"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80567FB-D8E5-4494-8865-28151857CC4C}"/>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312D679A-B370-3459-D826-984A8FAAB54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A0B87DB-56D9-FC57-14D7-948086B86C1B}"/>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10EE14-987F-5583-91B2-3C68EE913C1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1296E2B-A6A5-A82B-D158-69450A5EA39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9071652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1BE259E-88AB-BB2B-BAA5-9AF1880F5457}"/>
              </a:ext>
            </a:extLst>
          </p:cNvPr>
          <p:cNvSpPr>
            <a:spLocks noGrp="1"/>
          </p:cNvSpPr>
          <p:nvPr>
            <p:ph type="title"/>
          </p:nvPr>
        </p:nvSpPr>
        <p:spPr>
          <a:xfrm>
            <a:off x="1066800" y="640080"/>
            <a:ext cx="10058400" cy="73151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66800" y="1463040"/>
            <a:ext cx="10058400"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406CAD2-7B03-4F77-BEED-A9CE4E90E52C}" type="datetime1">
              <a:rPr lang="en-US" smtClean="0"/>
              <a:t>2/18/2026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70FE2746-CBB4-791D-92ED-7D4BA96D0C98}"/>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872F8CD-9781-5B69-6A2F-ACD2927779D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209B7C8-C55B-17E4-6C60-9C15BB7A632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F0942E2-D6E0-4A3B-CF5E-C7A8F0B917C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5B6906-9443-FEB0-23E3-78142F3660A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1634946"/>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3C509E-C7AC-2821-160D-02A10B5843BE}"/>
              </a:ext>
            </a:extLst>
          </p:cNvPr>
          <p:cNvSpPr>
            <a:spLocks noGrp="1"/>
          </p:cNvSpPr>
          <p:nvPr>
            <p:ph type="title"/>
          </p:nvPr>
        </p:nvSpPr>
        <p:spPr>
          <a:xfrm>
            <a:off x="1069849" y="640080"/>
            <a:ext cx="10058400" cy="731519"/>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Content Placeholder 10">
            <a:extLst>
              <a:ext uri="{FF2B5EF4-FFF2-40B4-BE49-F238E27FC236}">
                <a16:creationId xmlns:a16="http://schemas.microsoft.com/office/drawing/2014/main" id="{B53C0EFA-B5AE-CA80-DC77-DA3E8AC5A304}"/>
              </a:ext>
            </a:extLst>
          </p:cNvPr>
          <p:cNvSpPr>
            <a:spLocks noGrp="1"/>
          </p:cNvSpPr>
          <p:nvPr>
            <p:ph sz="quarter" idx="14"/>
          </p:nvPr>
        </p:nvSpPr>
        <p:spPr>
          <a:xfrm>
            <a:off x="1069975" y="1463675"/>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E993171-6682-4BC9-9945-966126AB4B59}" type="datetime1">
              <a:rPr lang="en-US" smtClean="0"/>
              <a:t>2/18/2026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2D0433CD-47AD-50BF-BD73-0A8881E7799F}"/>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F453102-CF88-5F5D-F01F-D55DFF9F821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331B85-F551-1D98-E249-E17615E9AA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F1728A5-B526-3330-7A6A-8E6E4F5AB12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C48EDDF-9CB1-4C44-B1E2-CC97C6F10B36}"/>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880492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25002" y="786386"/>
            <a:ext cx="276991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2"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225002" y="2899068"/>
            <a:ext cx="276991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4AAA9ECC-469F-4B8E-BD34-07C4E8D3E99E}" type="datetime1">
              <a:rPr lang="en-US" smtClean="0"/>
              <a:t>2/18/2026</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7790269"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6F5C2EA-B780-9C9C-77C2-9C6E76A40453}"/>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D856C059-7605-4C77-F758-743839E0750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D5A105-823E-7F57-9BD9-B921E9D0B77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2C3FE9-B32A-64E0-FF0E-729AFCAC0FF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29F84BA-E3BA-190A-D926-B57563866DF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2709368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6"/>
            <a:ext cx="273393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07008" y="2899068"/>
            <a:ext cx="273393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397207"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9DBD8752-7BE3-4D87-B742-4591FA880F2B}" type="datetime1">
              <a:rPr lang="en-US" smtClean="0"/>
              <a:t>2/18/2026</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4392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B306094-CD46-FD37-15EF-7C5ED43D2E04}"/>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1313FC44-1419-B29C-2719-5D21B5FAB87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635384-8C2F-F008-F19F-E7277C4CD82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F94D592-13C7-2B81-775C-17CEE45C682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AC0629-36FF-17F3-D1B6-1FFADC425E4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469356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4292076"/>
            <a:ext cx="3291840" cy="1737355"/>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400050"/>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4292076"/>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ECE330D-E58C-4D6F-87CB-0ADC053EF516}" type="datetime1">
              <a:rPr lang="en-US" smtClean="0"/>
              <a:t>2/18/2026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401839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684331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329184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786384"/>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0255FBD2-735E-C257-607E-CB2F585DBBEE}"/>
              </a:ext>
            </a:extLst>
          </p:cNvPr>
          <p:cNvSpPr>
            <a:spLocks noGrp="1"/>
          </p:cNvSpPr>
          <p:nvPr>
            <p:ph type="pic" sz="quarter" idx="15" hasCustomPrompt="1"/>
          </p:nvPr>
        </p:nvSpPr>
        <p:spPr>
          <a:xfrm>
            <a:off x="815340" y="2831629"/>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10CBDE9E-F3D4-4B19-8A53-22190533DBA9}" type="datetime1">
              <a:rPr lang="en-US" smtClean="0"/>
              <a:t>2/18/2026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2802870"/>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278898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0" y="786385"/>
            <a:ext cx="3291840" cy="1499615"/>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4354FEC1-7004-7D66-39C0-5B3A0B2E4669}"/>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400050"/>
            <a:ext cx="6452176" cy="605295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9" t="38" r="-12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0" y="2468880"/>
            <a:ext cx="3291840" cy="3549735"/>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BFF019D-CA37-05FF-D534-08FDF17D319F}"/>
              </a:ext>
            </a:extLst>
          </p:cNvPr>
          <p:cNvSpPr>
            <a:spLocks noGrp="1"/>
          </p:cNvSpPr>
          <p:nvPr>
            <p:ph type="dt" sz="half" idx="15"/>
          </p:nvPr>
        </p:nvSpPr>
        <p:spPr/>
        <p:txBody>
          <a:bodyPr/>
          <a:lstStyle>
            <a:lvl1pPr>
              <a:defRPr>
                <a:solidFill>
                  <a:schemeClr val="tx1"/>
                </a:solidFill>
              </a:defRPr>
            </a:lvl1pPr>
          </a:lstStyle>
          <a:p>
            <a:fld id="{676E3DFD-9373-4D4B-850F-63D341DA0F43}" type="datetime1">
              <a:rPr lang="en-US" smtClean="0"/>
              <a:t>2/18/2026</a:t>
            </a:fld>
            <a:endParaRPr lang="en-US" dirty="0"/>
          </a:p>
        </p:txBody>
      </p:sp>
      <p:sp>
        <p:nvSpPr>
          <p:cNvPr id="6" name="Slide Number Placeholder 5">
            <a:extLst>
              <a:ext uri="{FF2B5EF4-FFF2-40B4-BE49-F238E27FC236}">
                <a16:creationId xmlns:a16="http://schemas.microsoft.com/office/drawing/2014/main" id="{33C82A8A-3017-C293-CAA4-79DAC74143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49BCF003-D6AC-D9E0-C254-602FAE60278B}"/>
              </a:ext>
            </a:extLst>
          </p:cNvPr>
          <p:cNvCxnSpPr/>
          <p:nvPr/>
        </p:nvCxnSpPr>
        <p:spPr>
          <a:xfrm>
            <a:off x="726701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980CB927-6193-3B14-8326-BBA8970C4F38}"/>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0BDFF263-1BF6-293B-B046-2941778BCA5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A48FB5-B732-D35D-2F75-840EFFCA6EF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64D5118-DFE8-485E-6BE3-B042C0129B0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C779D56-9125-9DD5-D919-9FBC4DE4C9C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888302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10492" y="790302"/>
            <a:ext cx="3291840" cy="1499616"/>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72F358B6-BD90-E536-E301-EAF518F93DDB}"/>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2468880"/>
            <a:ext cx="3291840" cy="3547872"/>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925692" y="402336"/>
            <a:ext cx="6455664"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1" t="1" r="-2"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4F65757A-4818-B0C9-F86A-A70480EA9B0B}"/>
              </a:ext>
            </a:extLst>
          </p:cNvPr>
          <p:cNvSpPr>
            <a:spLocks noGrp="1"/>
          </p:cNvSpPr>
          <p:nvPr>
            <p:ph type="dt" sz="half" idx="15"/>
          </p:nvPr>
        </p:nvSpPr>
        <p:spPr/>
        <p:txBody>
          <a:bodyPr/>
          <a:lstStyle>
            <a:lvl1pPr>
              <a:defRPr>
                <a:solidFill>
                  <a:schemeClr val="tx1"/>
                </a:solidFill>
              </a:defRPr>
            </a:lvl1pPr>
          </a:lstStyle>
          <a:p>
            <a:fld id="{90372CCE-8ACD-4161-8346-DACD1EF5A0E1}" type="datetime1">
              <a:rPr lang="en-US" smtClean="0"/>
              <a:t>2/18/2026</a:t>
            </a:fld>
            <a:endParaRPr lang="en-US" dirty="0"/>
          </a:p>
        </p:txBody>
      </p:sp>
      <p:sp>
        <p:nvSpPr>
          <p:cNvPr id="9" name="Slide Number Placeholder 8">
            <a:extLst>
              <a:ext uri="{FF2B5EF4-FFF2-40B4-BE49-F238E27FC236}">
                <a16:creationId xmlns:a16="http://schemas.microsoft.com/office/drawing/2014/main" id="{BF0B5840-4614-F082-0EE8-166E877279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53BE0255-54E9-B23E-623C-F5C3D5397CDC}"/>
              </a:ext>
            </a:extLst>
          </p:cNvPr>
          <p:cNvCxnSpPr/>
          <p:nvPr/>
        </p:nvCxnSpPr>
        <p:spPr>
          <a:xfrm>
            <a:off x="491166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7B048E29-F249-FCD5-75C6-EF3AD5392084}"/>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B581520-7C65-58B5-6A72-4A87A2886B4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6D33EF2-FCD9-64BB-D5BD-71A6C1A0BCA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74CC74B-22E1-1F2A-8B43-52BB3A2671A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33C6DA-321C-7253-1FDF-F238DBFA8DA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216774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7" y="786384"/>
            <a:ext cx="5456295" cy="100584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39D9456A-3FB8-5960-7F55-D6B686CFFC7B}"/>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7" y="1920240"/>
            <a:ext cx="5456295"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78133" y="402336"/>
            <a:ext cx="4307415"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49" r="-1547"/>
            </a:stretch>
          </a:blipFill>
        </p:spPr>
        <p:txBody>
          <a:bodyPr/>
          <a:lstStyle>
            <a:lvl1pPr marL="0" indent="0">
              <a:buNone/>
              <a:defRPr/>
            </a:lvl1pPr>
          </a:lstStyle>
          <a:p>
            <a:r>
              <a:rPr lang="en-US" dirty="0"/>
              <a:t> </a:t>
            </a:r>
          </a:p>
        </p:txBody>
      </p:sp>
      <p:sp>
        <p:nvSpPr>
          <p:cNvPr id="9" name="Date Placeholder 8">
            <a:extLst>
              <a:ext uri="{FF2B5EF4-FFF2-40B4-BE49-F238E27FC236}">
                <a16:creationId xmlns:a16="http://schemas.microsoft.com/office/drawing/2014/main" id="{C242EA1D-81E7-620D-1BD8-6D18329BD220}"/>
              </a:ext>
            </a:extLst>
          </p:cNvPr>
          <p:cNvSpPr>
            <a:spLocks noGrp="1"/>
          </p:cNvSpPr>
          <p:nvPr>
            <p:ph type="dt" sz="half" idx="15"/>
          </p:nvPr>
        </p:nvSpPr>
        <p:spPr/>
        <p:txBody>
          <a:bodyPr/>
          <a:lstStyle>
            <a:lvl1pPr>
              <a:defRPr>
                <a:solidFill>
                  <a:schemeClr val="tx1"/>
                </a:solidFill>
              </a:defRPr>
            </a:lvl1pPr>
          </a:lstStyle>
          <a:p>
            <a:fld id="{D02DC4B6-A5C7-4299-BE6B-389F940BF10A}" type="datetime1">
              <a:rPr lang="en-US" smtClean="0"/>
              <a:t>2/18/2026</a:t>
            </a:fld>
            <a:endParaRPr lang="en-US" dirty="0"/>
          </a:p>
        </p:txBody>
      </p:sp>
      <p:sp>
        <p:nvSpPr>
          <p:cNvPr id="12" name="Slide Number Placeholder 11">
            <a:extLst>
              <a:ext uri="{FF2B5EF4-FFF2-40B4-BE49-F238E27FC236}">
                <a16:creationId xmlns:a16="http://schemas.microsoft.com/office/drawing/2014/main" id="{C81505A7-ADCB-6529-BE02-48BD8F2CFD0A}"/>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40A70D03-884A-50D9-2A83-C93ADDD49A38}"/>
              </a:ext>
            </a:extLst>
          </p:cNvPr>
          <p:cNvCxnSpPr/>
          <p:nvPr/>
        </p:nvCxnSpPr>
        <p:spPr>
          <a:xfrm>
            <a:off x="7054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9C2927C-12EE-49B3-DF99-04A869F1E12B}"/>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D0EFC1CE-B3AD-ED82-4797-595D2898220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42A2DBA-4EA6-1D56-360C-A2123A287B6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81C874-21DE-792C-9FEE-BF48EECBBC6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86A35DD-6C6E-B96F-0038-DD2CD277792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15732987"/>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77840" y="786384"/>
            <a:ext cx="5394960" cy="1005840"/>
          </a:xfrm>
        </p:spPr>
        <p:txBody>
          <a:bodyPr anchor="b"/>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6626D65-1470-5355-C0AB-4C755AE36464}"/>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5" name="Picture Placeholder 10">
            <a:extLst>
              <a:ext uri="{FF2B5EF4-FFF2-40B4-BE49-F238E27FC236}">
                <a16:creationId xmlns:a16="http://schemas.microsoft.com/office/drawing/2014/main" id="{26947C16-472E-02E4-EE92-74FC49AB3821}"/>
              </a:ext>
            </a:extLst>
          </p:cNvPr>
          <p:cNvSpPr>
            <a:spLocks noGrp="1"/>
          </p:cNvSpPr>
          <p:nvPr>
            <p:ph type="pic" sz="quarter" idx="13" hasCustomPrompt="1"/>
          </p:nvPr>
        </p:nvSpPr>
        <p:spPr>
          <a:xfrm>
            <a:off x="801700" y="402336"/>
            <a:ext cx="4382592"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23" t="151" r="-225" b="-15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577840" y="1920240"/>
            <a:ext cx="539496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A103F24-F909-9BD0-1CE0-3AFA9296B696}"/>
              </a:ext>
            </a:extLst>
          </p:cNvPr>
          <p:cNvSpPr>
            <a:spLocks noGrp="1"/>
          </p:cNvSpPr>
          <p:nvPr>
            <p:ph type="dt" sz="half" idx="15"/>
          </p:nvPr>
        </p:nvSpPr>
        <p:spPr/>
        <p:txBody>
          <a:bodyPr/>
          <a:lstStyle>
            <a:lvl1pPr>
              <a:defRPr>
                <a:solidFill>
                  <a:schemeClr val="tx1"/>
                </a:solidFill>
              </a:defRPr>
            </a:lvl1pPr>
          </a:lstStyle>
          <a:p>
            <a:fld id="{079A547C-B58D-4D18-BEA3-0C0DB6BD3221}" type="datetime1">
              <a:rPr lang="en-US" smtClean="0"/>
              <a:t>2/18/2026</a:t>
            </a:fld>
            <a:endParaRPr lang="en-US" dirty="0"/>
          </a:p>
        </p:txBody>
      </p:sp>
      <p:sp>
        <p:nvSpPr>
          <p:cNvPr id="9" name="Slide Number Placeholder 8">
            <a:extLst>
              <a:ext uri="{FF2B5EF4-FFF2-40B4-BE49-F238E27FC236}">
                <a16:creationId xmlns:a16="http://schemas.microsoft.com/office/drawing/2014/main" id="{BD147767-378C-917C-1CEA-C28D4F2BD42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4" name="Straight Connector 13">
            <a:extLst>
              <a:ext uri="{FF2B5EF4-FFF2-40B4-BE49-F238E27FC236}">
                <a16:creationId xmlns:a16="http://schemas.microsoft.com/office/drawing/2014/main" id="{FFB8D92F-DD5D-21B4-7D10-80457CCEDEC0}"/>
              </a:ext>
            </a:extLst>
          </p:cNvPr>
          <p:cNvCxnSpPr/>
          <p:nvPr/>
        </p:nvCxnSpPr>
        <p:spPr>
          <a:xfrm>
            <a:off x="518577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3C3FE30-EF8F-C27D-E8AB-BB565902B9FB}"/>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DB333B6-9BB2-24CF-B636-1E04F141121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9F5CADF-5A1B-0BEC-D60A-C6D3AF70F2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5755C8-3D3B-E5E6-1F70-528A7BCA65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E6F374D-A3D9-FD1D-A133-794607CFD7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06481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3749040"/>
            <a:ext cx="2834640" cy="228600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4" name="Picture Placeholder 10">
            <a:extLst>
              <a:ext uri="{FF2B5EF4-FFF2-40B4-BE49-F238E27FC236}">
                <a16:creationId xmlns:a16="http://schemas.microsoft.com/office/drawing/2014/main" id="{C31E5265-51B9-0DA3-10B4-945EE4951744}"/>
              </a:ext>
            </a:extLst>
          </p:cNvPr>
          <p:cNvSpPr>
            <a:spLocks noGrp="1"/>
          </p:cNvSpPr>
          <p:nvPr>
            <p:ph type="pic" sz="quarter" idx="13" hasCustomPrompt="1"/>
          </p:nvPr>
        </p:nvSpPr>
        <p:spPr>
          <a:xfrm>
            <a:off x="815340" y="406401"/>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442"/>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3749040"/>
            <a:ext cx="6858000" cy="228600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6168D35D-CEAF-4137-A955-9C5E00AC9944}" type="datetime1">
              <a:rPr lang="en-US" smtClean="0"/>
              <a:t>2/18/2026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E87DF89E-6618-A2A2-BC84-986CED89FCC1}"/>
              </a:ext>
            </a:extLst>
          </p:cNvPr>
          <p:cNvCxnSpPr>
            <a:cxnSpLocks/>
          </p:cNvCxnSpPr>
          <p:nvPr/>
        </p:nvCxnSpPr>
        <p:spPr>
          <a:xfrm>
            <a:off x="803185" y="3412227"/>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A396D86-8A66-3FA9-3546-3A1F85779074}"/>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7D844445-C27C-0A5B-2D4A-490DC1664AD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629BDA0-67DC-312E-1148-3B3D607358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B6FA474-6534-5F04-1B35-0A8CB67144C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3F2445-DE75-8F1D-AF29-50897C3A8D1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14731708"/>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2834640" cy="21945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4C41AE8B-FC59-39B1-281C-D38D03D05BCD}"/>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786384"/>
            <a:ext cx="6858000" cy="21945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3461829"/>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628"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FAAB489A-1FCE-1E30-E1BC-2F89D0AEA64A}"/>
              </a:ext>
            </a:extLst>
          </p:cNvPr>
          <p:cNvSpPr>
            <a:spLocks noGrp="1"/>
          </p:cNvSpPr>
          <p:nvPr>
            <p:ph type="dt" sz="half" idx="15"/>
          </p:nvPr>
        </p:nvSpPr>
        <p:spPr/>
        <p:txBody>
          <a:bodyPr/>
          <a:lstStyle>
            <a:lvl1pPr>
              <a:defRPr>
                <a:solidFill>
                  <a:schemeClr val="tx1"/>
                </a:solidFill>
              </a:defRPr>
            </a:lvl1pPr>
          </a:lstStyle>
          <a:p>
            <a:fld id="{AF91EA9C-EC16-43EE-A29B-062A230E37BE}" type="datetime1">
              <a:rPr lang="en-US" smtClean="0"/>
              <a:t>2/18/2026</a:t>
            </a:fld>
            <a:endParaRPr lang="en-US" dirty="0"/>
          </a:p>
        </p:txBody>
      </p:sp>
      <p:sp>
        <p:nvSpPr>
          <p:cNvPr id="10" name="Slide Number Placeholder 9">
            <a:extLst>
              <a:ext uri="{FF2B5EF4-FFF2-40B4-BE49-F238E27FC236}">
                <a16:creationId xmlns:a16="http://schemas.microsoft.com/office/drawing/2014/main" id="{8E037D5D-163A-01CE-9AE6-33821E23DCC5}"/>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400730B6-4EF5-7F9C-E6DB-635C947CFEE3}"/>
              </a:ext>
            </a:extLst>
          </p:cNvPr>
          <p:cNvCxnSpPr>
            <a:cxnSpLocks/>
          </p:cNvCxnSpPr>
          <p:nvPr/>
        </p:nvCxnSpPr>
        <p:spPr>
          <a:xfrm>
            <a:off x="803185" y="3443041"/>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91AE5A9-CF62-A508-3C2C-E3BE594AC2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CCEFB20-F364-CF05-360F-6CC5D88ACC5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BD6A10-DA26-A78C-A5C9-6E848476002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879492A-67D3-53D1-F50F-DBC8A33D24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72D47D6-60C0-53E4-BD56-F71C892CDD5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5723160"/>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786384"/>
            <a:ext cx="566928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AD0F53A5-B7B2-D195-CE9A-F93E7073A7F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5544"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 r="-52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303520"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60DA056-F89A-AE3C-C34A-38BEC586914B}"/>
              </a:ext>
            </a:extLst>
          </p:cNvPr>
          <p:cNvSpPr>
            <a:spLocks noGrp="1"/>
          </p:cNvSpPr>
          <p:nvPr>
            <p:ph type="dt" sz="half" idx="15"/>
          </p:nvPr>
        </p:nvSpPr>
        <p:spPr/>
        <p:txBody>
          <a:bodyPr/>
          <a:lstStyle>
            <a:lvl1pPr>
              <a:defRPr>
                <a:solidFill>
                  <a:schemeClr val="tx1"/>
                </a:solidFill>
              </a:defRPr>
            </a:lvl1pPr>
          </a:lstStyle>
          <a:p>
            <a:fld id="{5E86C7AF-36E7-4A52-B4F7-734BAFD8A4CC}" type="datetime1">
              <a:rPr lang="en-US" smtClean="0"/>
              <a:t>2/18/2026</a:t>
            </a:fld>
            <a:endParaRPr lang="en-US" dirty="0"/>
          </a:p>
        </p:txBody>
      </p:sp>
      <p:sp>
        <p:nvSpPr>
          <p:cNvPr id="10" name="Slide Number Placeholder 9">
            <a:extLst>
              <a:ext uri="{FF2B5EF4-FFF2-40B4-BE49-F238E27FC236}">
                <a16:creationId xmlns:a16="http://schemas.microsoft.com/office/drawing/2014/main" id="{BCEB9FDE-D96C-0906-A793-822DD355B400}"/>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60DB4CF5-18AD-6BFC-8AA3-4292C4318D77}"/>
              </a:ext>
            </a:extLst>
          </p:cNvPr>
          <p:cNvCxnSpPr>
            <a:cxnSpLocks/>
          </p:cNvCxnSpPr>
          <p:nvPr/>
        </p:nvCxnSpPr>
        <p:spPr>
          <a:xfrm>
            <a:off x="491210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AFAE229-30B5-59F6-95B3-5A0028AA9F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F9983B3-9D4B-C7C3-42B6-FC4112EDA17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9FE12F5-E33A-8435-EC5D-4056ACEF77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0088E3-D111-48BB-2932-C12F38A348E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19E4F3-5171-B07A-3705-6FF5F7EC506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78963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5669280" cy="914400"/>
          </a:xfrm>
        </p:spPr>
        <p:txBody>
          <a:bodyPr anchor="b"/>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0169C89B-17A4-F382-1720-170DCCD7B6E7}"/>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226A60F8-6BFE-EE58-8E8B-8E42FCDABF08}"/>
              </a:ext>
            </a:extLst>
          </p:cNvPr>
          <p:cNvSpPr>
            <a:spLocks noGrp="1"/>
          </p:cNvSpPr>
          <p:nvPr>
            <p:ph type="pic" sz="quarter" idx="13" hasCustomPrompt="1"/>
          </p:nvPr>
        </p:nvSpPr>
        <p:spPr>
          <a:xfrm>
            <a:off x="7280239"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98"/>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6658DE0-8FDC-961F-A73B-ED321A160D7A}"/>
              </a:ext>
            </a:extLst>
          </p:cNvPr>
          <p:cNvSpPr>
            <a:spLocks noGrp="1"/>
          </p:cNvSpPr>
          <p:nvPr>
            <p:ph type="dt" sz="half" idx="15"/>
          </p:nvPr>
        </p:nvSpPr>
        <p:spPr/>
        <p:txBody>
          <a:bodyPr/>
          <a:lstStyle>
            <a:lvl1pPr>
              <a:defRPr>
                <a:solidFill>
                  <a:schemeClr val="tx1"/>
                </a:solidFill>
              </a:defRPr>
            </a:lvl1pPr>
          </a:lstStyle>
          <a:p>
            <a:fld id="{A59F9EED-93FB-47F3-9562-1436657BF9C0}" type="datetime1">
              <a:rPr lang="en-US" smtClean="0"/>
              <a:t>2/18/2026</a:t>
            </a:fld>
            <a:endParaRPr lang="en-US" dirty="0"/>
          </a:p>
        </p:txBody>
      </p:sp>
      <p:sp>
        <p:nvSpPr>
          <p:cNvPr id="10" name="Slide Number Placeholder 9">
            <a:extLst>
              <a:ext uri="{FF2B5EF4-FFF2-40B4-BE49-F238E27FC236}">
                <a16:creationId xmlns:a16="http://schemas.microsoft.com/office/drawing/2014/main" id="{CE6F948F-9E87-C016-444D-D9F266B8C98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2342AE50-E725-8CC9-C210-91ADF8C0F6FE}"/>
              </a:ext>
            </a:extLst>
          </p:cNvPr>
          <p:cNvCxnSpPr/>
          <p:nvPr/>
        </p:nvCxnSpPr>
        <p:spPr>
          <a:xfrm>
            <a:off x="7258461"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CFCB2DB0-8C6B-DBBA-F594-AC4F2954C424}"/>
              </a:ext>
            </a:extLst>
          </p:cNvPr>
          <p:cNvGrpSpPr/>
          <p:nvPr/>
        </p:nvGrpSpPr>
        <p:grpSpPr>
          <a:xfrm>
            <a:off x="803185" y="0"/>
            <a:ext cx="10585629" cy="6858000"/>
            <a:chOff x="803185" y="0"/>
            <a:chExt cx="10585629" cy="6858000"/>
          </a:xfrm>
        </p:grpSpPr>
        <p:cxnSp>
          <p:nvCxnSpPr>
            <p:cNvPr id="5" name="Straight Connector 4">
              <a:extLst>
                <a:ext uri="{FF2B5EF4-FFF2-40B4-BE49-F238E27FC236}">
                  <a16:creationId xmlns:a16="http://schemas.microsoft.com/office/drawing/2014/main" id="{1DB4D22E-4E74-6984-AF14-681AA8D9125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0E9A215-4EBA-4F98-1C96-43269B57F2F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B5B197-9DE8-9BBC-A47D-F378F717E4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835935-392C-76CA-C57F-44990EBEB04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188496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9"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120" b="-8976"/>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400800"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F2821E9-9F8C-4BDA-BDAE-826252E0F21A}" type="datetime1">
              <a:rPr lang="en-US" smtClean="0"/>
              <a:t>2/18/2026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44408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8" y="1645920"/>
            <a:ext cx="5987920" cy="4400319"/>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 t="5" r="302" b="-8984"/>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92654" y="1645920"/>
            <a:ext cx="3380146"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A80AD10E-AA22-4A1A-88F6-F4B2C3E6FE7A}" type="datetime1">
              <a:rPr lang="en-US" smtClean="0"/>
              <a:t>2/18/2026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248600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1207008"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D69BDBE1-5F80-669A-1B59-BD1E8D2515C2}"/>
              </a:ext>
            </a:extLst>
          </p:cNvPr>
          <p:cNvSpPr>
            <a:spLocks noGrp="1"/>
          </p:cNvSpPr>
          <p:nvPr>
            <p:ph type="pic" sz="quarter" idx="13" hasCustomPrompt="1"/>
          </p:nvPr>
        </p:nvSpPr>
        <p:spPr>
          <a:xfrm>
            <a:off x="6211963"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4" r="100" b="-8973"/>
            </a:stretch>
          </a:blipFill>
          <a:ln w="6350">
            <a:solidFill>
              <a:schemeClr val="tx1"/>
            </a:solidFill>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5C57D5A-EE81-4EB8-9DAF-ABC5A6DD5008}" type="datetime1">
              <a:rPr lang="en-US" smtClean="0"/>
              <a:t>2/18/2026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437402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09388" y="786385"/>
            <a:ext cx="7772400" cy="914400"/>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6072A0CE-6B73-A9EE-CD61-DA01E0E315AD}"/>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1" t="148" r="-487" b="-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20938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ADE48AFF-3397-202B-9BA6-6E2E52FB96B4}"/>
              </a:ext>
            </a:extLst>
          </p:cNvPr>
          <p:cNvSpPr>
            <a:spLocks noGrp="1"/>
          </p:cNvSpPr>
          <p:nvPr>
            <p:ph type="dt" sz="half" idx="15"/>
          </p:nvPr>
        </p:nvSpPr>
        <p:spPr/>
        <p:txBody>
          <a:bodyPr/>
          <a:lstStyle>
            <a:lvl1pPr>
              <a:defRPr>
                <a:solidFill>
                  <a:schemeClr val="tx1"/>
                </a:solidFill>
              </a:defRPr>
            </a:lvl1pPr>
          </a:lstStyle>
          <a:p>
            <a:fld id="{3CF1C996-E939-49D2-ACF0-1DAA697D4C26}" type="datetime1">
              <a:rPr lang="en-US" smtClean="0"/>
              <a:t>2/18/2026</a:t>
            </a:fld>
            <a:endParaRPr lang="en-US" dirty="0"/>
          </a:p>
        </p:txBody>
      </p:sp>
      <p:sp>
        <p:nvSpPr>
          <p:cNvPr id="6" name="Slide Number Placeholder 5">
            <a:extLst>
              <a:ext uri="{FF2B5EF4-FFF2-40B4-BE49-F238E27FC236}">
                <a16:creationId xmlns:a16="http://schemas.microsoft.com/office/drawing/2014/main" id="{D73641B0-A410-A060-9C4C-10246CEEB00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4F926A3E-707E-8CA6-DFD9-FDE70CA34896}"/>
              </a:ext>
            </a:extLst>
          </p:cNvPr>
          <p:cNvCxnSpPr>
            <a:cxnSpLocks/>
          </p:cNvCxnSpPr>
          <p:nvPr/>
        </p:nvCxnSpPr>
        <p:spPr>
          <a:xfrm>
            <a:off x="289908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5F551DA-7593-8CE8-512A-2CF19A5FEED9}"/>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DE1E5FA2-0258-F65F-0046-4F63C680164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C2681D-C958-88C3-4FE4-BD36D597EB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6A1CB91-86F4-F718-46CE-4C26351E5D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B704D5-99FF-334E-D340-F640FC2846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7275278"/>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777240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9510D14-6E1B-BEBD-9ECF-6FD664E6D6C0}"/>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20700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B0662064-5DE4-D3A3-3200-46801CAA7B41}"/>
              </a:ext>
            </a:extLst>
          </p:cNvPr>
          <p:cNvSpPr>
            <a:spLocks noGrp="1"/>
          </p:cNvSpPr>
          <p:nvPr>
            <p:ph type="pic" sz="quarter" idx="13" hasCustomPrompt="1"/>
          </p:nvPr>
        </p:nvSpPr>
        <p:spPr>
          <a:xfrm>
            <a:off x="9287478"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2" t="148" r="-748"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872CB399-7148-CC45-1784-53BEB8322750}"/>
              </a:ext>
            </a:extLst>
          </p:cNvPr>
          <p:cNvSpPr>
            <a:spLocks noGrp="1"/>
          </p:cNvSpPr>
          <p:nvPr>
            <p:ph type="dt" sz="half" idx="15"/>
          </p:nvPr>
        </p:nvSpPr>
        <p:spPr/>
        <p:txBody>
          <a:bodyPr/>
          <a:lstStyle>
            <a:lvl1pPr>
              <a:defRPr>
                <a:solidFill>
                  <a:schemeClr val="tx1"/>
                </a:solidFill>
              </a:defRPr>
            </a:lvl1pPr>
          </a:lstStyle>
          <a:p>
            <a:fld id="{BC634302-EDB4-4C38-AE4F-99E11593A1F0}" type="datetime1">
              <a:rPr lang="en-US" smtClean="0"/>
              <a:t>2/18/2026</a:t>
            </a:fld>
            <a:endParaRPr lang="en-US" dirty="0"/>
          </a:p>
        </p:txBody>
      </p:sp>
      <p:sp>
        <p:nvSpPr>
          <p:cNvPr id="5" name="Slide Number Placeholder 4">
            <a:extLst>
              <a:ext uri="{FF2B5EF4-FFF2-40B4-BE49-F238E27FC236}">
                <a16:creationId xmlns:a16="http://schemas.microsoft.com/office/drawing/2014/main" id="{32103136-9022-B685-BD72-AA2F8D6F1DB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E8D7FB67-CB66-8B73-E144-D9B0FD1BF4CC}"/>
              </a:ext>
            </a:extLst>
          </p:cNvPr>
          <p:cNvCxnSpPr/>
          <p:nvPr/>
        </p:nvCxnSpPr>
        <p:spPr>
          <a:xfrm>
            <a:off x="9250563"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C050196-5CDD-7D23-C735-405CCFDE0F53}"/>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7915F7F2-4F99-DBC2-59AE-D63FDE09B1F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337699A-63EB-A2E6-B9B8-E85B7B64F0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0BE2E12-53E7-56D7-104B-F918B8D5372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CBDF578-3A17-02BF-93ED-AF5F8E7F4A5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98689986"/>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4023360" cy="1280160"/>
          </a:xfrm>
        </p:spPr>
        <p:txBody>
          <a:bodyPr>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5" y="2396086"/>
            <a:ext cx="4070907" cy="3637825"/>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1100"/>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69280" y="786384"/>
            <a:ext cx="5303520" cy="53035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78A9400-0F8A-40AD-9C7D-D04C05A686BB}" type="datetime1">
              <a:rPr lang="en-US" smtClean="0"/>
              <a:t>2/18/2026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349E27E-A638-3E50-4392-58116C1AACD3}"/>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522E0D86-7613-34C8-CDC4-C77532A2263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AB29EB0-E237-1D57-CA8E-EAD308E9C0C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6316C5-C89C-53D5-EDF8-06B3752F88A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22B727D-16F7-192C-BDC7-987EE4A4BF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457678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2834640" cy="1453896"/>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7" y="2388928"/>
            <a:ext cx="2859291" cy="364498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0882"/>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80560" y="786384"/>
            <a:ext cx="649224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0AAA33B-7B4C-4CA5-AD3F-802C7D7897C7}" type="datetime1">
              <a:rPr lang="en-US" smtClean="0"/>
              <a:t>2/18/2026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7B351E8-DE44-EF78-C152-3A103EEBFEAE}"/>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9CEF53B-E5B3-5228-FC6C-55411F158D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08AC4D-0833-297F-6CBF-8A5D8729D99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CE625D5-BBCB-B34F-682F-6A7EBBD4257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36439E-B9F9-BC55-6D36-2CBD97558C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418579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9019" y="4634716"/>
            <a:ext cx="5897880" cy="1353312"/>
          </a:xfrm>
        </p:spPr>
        <p:txBody>
          <a:bodyPr>
            <a:normAutofit/>
          </a:bodyPr>
          <a:lstStyle>
            <a:lvl1pPr>
              <a:lnSpc>
                <a:spcPct val="12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207008" y="603503"/>
            <a:ext cx="9601200" cy="4334256"/>
          </a:xfrm>
        </p:spPr>
        <p:txBody>
          <a:bodyPr anchor="b">
            <a:normAutofit/>
          </a:bodyPr>
          <a:lstStyle>
            <a:lvl1pPr marL="0" indent="0">
              <a:lnSpc>
                <a:spcPct val="90000"/>
              </a:lnSpc>
              <a:spcBef>
                <a:spcPts val="0"/>
              </a:spcBef>
              <a:buNone/>
              <a:defRPr sz="3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3E33F43-D372-4092-9463-D8C0DAA92373}" type="datetime1">
              <a:rPr lang="en-US" smtClean="0"/>
              <a:t>2/18/2026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3498D5-7EC6-8C79-86BA-7C39A73A10D4}"/>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DFE65860-291D-DD0A-0AF6-EB6BDAF1124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542EDA-61BE-919A-EA3E-08EBB658FD72}"/>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9E31BBA-19B1-9E32-10DC-6E50B5D242D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40D6BDC-E9D3-BF86-AB1A-64748EAD4D4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404583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352800" y="4193183"/>
            <a:ext cx="5486400" cy="1005840"/>
          </a:xfrm>
        </p:spPr>
        <p:txBody>
          <a:bodyPr>
            <a:normAutofit/>
          </a:bodyPr>
          <a:lstStyle>
            <a:lvl1pPr algn="ctr">
              <a:lnSpc>
                <a:spcPct val="11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438400" y="1240974"/>
            <a:ext cx="7315200" cy="3065419"/>
          </a:xfrm>
        </p:spPr>
        <p:txBody>
          <a:bodyPr anchor="b">
            <a:noAutofit/>
          </a:bodyPr>
          <a:lstStyle>
            <a:lvl1pPr marL="0" indent="0" algn="ctr">
              <a:lnSpc>
                <a:spcPct val="90000"/>
              </a:lnSpc>
              <a:buNone/>
              <a:defRPr sz="2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35FAB39A-86A1-48B6-9153-E6011CB46040}" type="datetime1">
              <a:rPr lang="en-US" smtClean="0"/>
              <a:t>2/18/2026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766075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6D58EB7-9EC7-5A50-30A3-E2D9EDD0FF85}"/>
              </a:ext>
            </a:extLst>
          </p:cNvPr>
          <p:cNvSpPr>
            <a:spLocks noGrp="1"/>
          </p:cNvSpPr>
          <p:nvPr>
            <p:ph type="title"/>
          </p:nvPr>
        </p:nvSpPr>
        <p:spPr>
          <a:xfrm>
            <a:off x="6327018" y="1599060"/>
            <a:ext cx="5052018" cy="3658736"/>
          </a:xfrm>
        </p:spPr>
        <p:txBody>
          <a:bodyPr anchor="ctr">
            <a:normAutofit/>
          </a:bodyPr>
          <a:lstStyle>
            <a:lvl1pPr>
              <a:defRPr sz="2400" cap="none" baseline="0">
                <a:latin typeface="+mn-lt"/>
              </a:defRPr>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9" name="Content Placeholder 18">
            <a:extLst>
              <a:ext uri="{FF2B5EF4-FFF2-40B4-BE49-F238E27FC236}">
                <a16:creationId xmlns:a16="http://schemas.microsoft.com/office/drawing/2014/main" id="{DE2753DF-FB9B-AECE-E745-E846066B1745}"/>
              </a:ext>
            </a:extLst>
          </p:cNvPr>
          <p:cNvSpPr>
            <a:spLocks noGrp="1"/>
          </p:cNvSpPr>
          <p:nvPr>
            <p:ph sz="quarter" idx="14" hasCustomPrompt="1"/>
          </p:nvPr>
        </p:nvSpPr>
        <p:spPr>
          <a:xfrm>
            <a:off x="914400" y="1600200"/>
            <a:ext cx="5140325" cy="3657600"/>
          </a:xfrm>
        </p:spPr>
        <p:txBody>
          <a:bodyPr anchor="ctr">
            <a:normAutofit/>
          </a:bodyPr>
          <a:lstStyle>
            <a:lvl1pPr marL="0" indent="0">
              <a:lnSpc>
                <a:spcPct val="90000"/>
              </a:lnSpc>
              <a:buNone/>
              <a:defRPr sz="20000"/>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484550B5-6894-4BAB-BE29-52F47C1325C5}" type="datetime1">
              <a:rPr lang="en-US" smtClean="0"/>
              <a:t>2/18/2026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7697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495800" y="4131153"/>
            <a:ext cx="3200400" cy="1545336"/>
          </a:xfrm>
          <a:noFill/>
        </p:spPr>
        <p:txBody>
          <a:bodyPr>
            <a:normAutofit/>
          </a:bodyPr>
          <a:lstStyle>
            <a:lvl1pPr algn="ctr">
              <a:lnSpc>
                <a:spcPct val="110000"/>
              </a:lnSpc>
              <a:defRPr sz="16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3810000" y="1832029"/>
            <a:ext cx="4572000" cy="2475441"/>
          </a:xfrm>
          <a:noFill/>
        </p:spPr>
        <p:txBody>
          <a:bodyPr anchor="b">
            <a:normAutofit/>
          </a:bodyPr>
          <a:lstStyle>
            <a:lvl1pPr marL="0" indent="0" algn="ctr">
              <a:lnSpc>
                <a:spcPct val="90000"/>
              </a:lnSpc>
              <a:buNone/>
              <a:defRPr sz="15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23644B3-B047-4BDA-A4C8-F5943698F924}" type="datetime1">
              <a:rPr lang="en-US" smtClean="0"/>
              <a:t>2/18/2026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9F377ED0-0CD0-101F-CACC-5C208B8095EB}"/>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BB0FAE67-C3ED-90D8-482E-2E87FCA1F01F}"/>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83BE06F7-8D5F-567C-D53C-8F3CFA65C6D8}"/>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1729EF-2962-C057-669D-86C7189119A0}"/>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92F37E54-885B-DD4C-C480-18762D2DF579}"/>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0CD173DE-2107-A0E3-872C-F0DE9ACA3D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BFAFD58-96FA-72FC-A387-4EA88A7A5D6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CF3863-040E-3592-1588-20A1771871E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44D909-6FC8-C0DB-01C7-AFCF7B50FCD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09267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16560"/>
            <a:ext cx="10652760" cy="1133856"/>
          </a:xfrm>
        </p:spPr>
        <p:txBody>
          <a:bodyPr/>
          <a:lstStyle>
            <a:lvl1pPr>
              <a:defRPr>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ctr">
            <a:noAutofit/>
          </a:bodyPr>
          <a:lstStyle>
            <a:lvl1pPr marL="0" indent="0">
              <a:lnSpc>
                <a:spcPct val="100000"/>
              </a:lnSpc>
              <a:buNone/>
              <a:defRPr sz="4000" b="0" cap="all" baseline="0"/>
            </a:lvl1pPr>
            <a:lvl2pPr marL="228600" indent="0">
              <a:lnSpc>
                <a:spcPct val="100000"/>
              </a:lnSpc>
              <a:buNone/>
              <a:defRPr sz="3600" b="0" cap="all" baseline="0"/>
            </a:lvl2pPr>
            <a:lvl3pPr marL="457200" indent="0">
              <a:lnSpc>
                <a:spcPct val="100000"/>
              </a:lnSpc>
              <a:buNone/>
              <a:defRPr sz="3200" b="0" cap="all" baseline="0"/>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FA3FFB9-0880-4740-B084-BC51532B8F27}" type="datetime1">
              <a:rPr lang="en-US" smtClean="0"/>
              <a:t>2/18/2026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E5E2C763-62D0-A1C5-864F-A9FF05C9F944}"/>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D321B696-8999-0658-38A2-748A73D0777A}"/>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21AECB6-597A-404C-79F2-BDE111DF3683}"/>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1CD60-7C40-DD6A-0B67-9125D3023EAA}"/>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77C411-359E-F413-4B4B-544B4258F8D6}"/>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6520E9D-E5D8-F168-5659-412DEA7EE63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735C892B-D62F-EE71-21EF-072002481B6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05C92F6-ED58-2722-DD71-BFD93A79C90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FD0132-5667-3403-4950-88D7515B12B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EE9CF1-0848-BE96-4C3D-E4B7E1F4BBA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22588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34492"/>
            <a:ext cx="10652760" cy="1133856"/>
          </a:xfrm>
        </p:spPr>
        <p:txBody>
          <a:bodyPr/>
          <a:lstStyle>
            <a:lvl1pPr>
              <a:defRPr>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t">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a:p>
            <a:pPr lvl="2"/>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62D9A1-F997-4CCE-B007-8E1943F54374}" type="datetime1">
              <a:rPr lang="en-US" smtClean="0"/>
              <a:t>2/18/2026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330B27C8-C99B-CAB9-24EA-4222A75D3BFC}"/>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09B5103-0315-C48A-F6CB-70023A60377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A373C0-8904-4E1A-AC77-DB8B14039D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A58731C-1E1F-4D5A-81CD-F79CD40172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DE29540-9512-0BC0-7BB2-3B7C57B4C11C}"/>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29168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8876" y="-1216560"/>
            <a:ext cx="10652760" cy="1133856"/>
          </a:xfrm>
        </p:spPr>
        <p:txBody>
          <a:bodyPr/>
          <a:lstStyle>
            <a:lvl1pPr>
              <a:defRPr>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b" anchorCtr="0">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atin typeface="+mn-lt"/>
              </a:defRPr>
            </a:lvl4pPr>
            <a:lvl5pPr marL="914400" indent="0">
              <a:lnSpc>
                <a:spcPct val="100000"/>
              </a:lnSpc>
              <a:buNone/>
              <a:defRPr sz="2000" b="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56DE8C-2121-49BB-AB8E-C1253271C3F5}" type="datetime1">
              <a:rPr lang="en-US" smtClean="0"/>
              <a:t>2/18/2026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B9E57D8C-399F-3BB4-D3B3-9395E8D16134}"/>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7E0EF0C-412A-ADAE-8DDB-3A86E36BA36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6CD944-3487-D02F-D76E-6C8CB5BC62E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FB68B7-02B4-42EE-A7A2-E1DD0D7EF7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5998EB-9F08-520A-8AE0-AC842E25266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42552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020C093-E585-447D-B145-C13F5660ED16}"/>
              </a:ext>
            </a:extLst>
          </p:cNvPr>
          <p:cNvSpPr>
            <a:spLocks noGrp="1"/>
          </p:cNvSpPr>
          <p:nvPr>
            <p:ph type="title" hasCustomPrompt="1"/>
          </p:nvPr>
        </p:nvSpPr>
        <p:spPr>
          <a:xfrm>
            <a:off x="1524000" y="4965193"/>
            <a:ext cx="9144000" cy="1105229"/>
          </a:xfrm>
        </p:spPr>
        <p:txBody>
          <a:bodyPr anchor="ctr">
            <a:normAutofit/>
          </a:bodyPr>
          <a:lstStyle>
            <a:lvl1pPr>
              <a:defRPr sz="1600" cap="none" baseline="0">
                <a:solidFill>
                  <a:schemeClr val="bg1"/>
                </a:solidFill>
                <a:latin typeface="+mn-lt"/>
              </a:defRPr>
            </a:lvl1pPr>
          </a:lstStyle>
          <a:p>
            <a:r>
              <a:rPr lang="en-US" dirty="0"/>
              <a:t>Quote Author</a:t>
            </a:r>
          </a:p>
        </p:txBody>
      </p:sp>
      <p:sp>
        <p:nvSpPr>
          <p:cNvPr id="9" name="Footer Placeholder 8">
            <a:extLst>
              <a:ext uri="{FF2B5EF4-FFF2-40B4-BE49-F238E27FC236}">
                <a16:creationId xmlns:a16="http://schemas.microsoft.com/office/drawing/2014/main" id="{6AD2DEB7-F276-E60E-F5A1-0F02C54BDF9C}"/>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5" name="Content Placeholder 4">
            <a:extLst>
              <a:ext uri="{FF2B5EF4-FFF2-40B4-BE49-F238E27FC236}">
                <a16:creationId xmlns:a16="http://schemas.microsoft.com/office/drawing/2014/main" id="{CFF91B2D-44E4-C3B1-BD5E-A10AC8543D25}"/>
              </a:ext>
            </a:extLst>
          </p:cNvPr>
          <p:cNvSpPr>
            <a:spLocks noGrp="1"/>
          </p:cNvSpPr>
          <p:nvPr>
            <p:ph sz="quarter" idx="17" hasCustomPrompt="1"/>
          </p:nvPr>
        </p:nvSpPr>
        <p:spPr>
          <a:xfrm>
            <a:off x="1524000" y="1006475"/>
            <a:ext cx="9144000" cy="2925763"/>
          </a:xfrm>
        </p:spPr>
        <p:txBody>
          <a:bodyPr anchor="ctr">
            <a:normAutofit/>
          </a:bodyPr>
          <a:lstStyle>
            <a:lvl1pPr marL="0" indent="0">
              <a:buNone/>
              <a:defRPr sz="4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Quote</a:t>
            </a:r>
          </a:p>
        </p:txBody>
      </p:sp>
      <p:cxnSp>
        <p:nvCxnSpPr>
          <p:cNvPr id="6" name="Straight Connector 5">
            <a:extLst>
              <a:ext uri="{FF2B5EF4-FFF2-40B4-BE49-F238E27FC236}">
                <a16:creationId xmlns:a16="http://schemas.microsoft.com/office/drawing/2014/main" id="{B94927EC-ED75-B33D-1D89-85EE4258FB86}"/>
              </a:ext>
            </a:extLst>
          </p:cNvPr>
          <p:cNvCxnSpPr>
            <a:cxnSpLocks/>
          </p:cNvCxnSpPr>
          <p:nvPr/>
        </p:nvCxnSpPr>
        <p:spPr>
          <a:xfrm>
            <a:off x="799908" y="4572000"/>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17816284-1868-D968-9C16-5FE2038BC6D8}"/>
              </a:ext>
            </a:extLst>
          </p:cNvPr>
          <p:cNvSpPr>
            <a:spLocks noGrp="1"/>
          </p:cNvSpPr>
          <p:nvPr>
            <p:ph type="dt" sz="half" idx="14"/>
          </p:nvPr>
        </p:nvSpPr>
        <p:spPr/>
        <p:txBody>
          <a:bodyPr/>
          <a:lstStyle>
            <a:lvl1pPr>
              <a:defRPr>
                <a:solidFill>
                  <a:schemeClr val="bg1"/>
                </a:solidFill>
              </a:defRPr>
            </a:lvl1pPr>
          </a:lstStyle>
          <a:p>
            <a:fld id="{92342CCE-AAE1-4428-AAFD-18D6AED5F8E7}" type="datetime1">
              <a:rPr lang="en-US" smtClean="0"/>
              <a:t>2/18/2026</a:t>
            </a:fld>
            <a:endParaRPr lang="en-US" dirty="0"/>
          </a:p>
        </p:txBody>
      </p:sp>
      <p:sp>
        <p:nvSpPr>
          <p:cNvPr id="10" name="Slide Number Placeholder 9">
            <a:extLst>
              <a:ext uri="{FF2B5EF4-FFF2-40B4-BE49-F238E27FC236}">
                <a16:creationId xmlns:a16="http://schemas.microsoft.com/office/drawing/2014/main" id="{764E6AE7-6445-C0E9-7714-3905800EE34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DB64FFC6-B9C5-5A14-BCDE-0FACA9EED39A}"/>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A45BAA9C-294C-90CA-EE5A-ED75E616517F}"/>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C127FFD-0227-7A04-CAE1-B0476A186E27}"/>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BB871B-1B46-69D5-1EA9-A5D3125C1745}"/>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9C52E0-6299-124E-DEAC-88A5054BB4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28770557"/>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207008" y="5947574"/>
            <a:ext cx="8805672" cy="466344"/>
          </a:xfrm>
        </p:spPr>
        <p:txBody>
          <a:bodyPr anchor="ctr">
            <a:normAutofit/>
          </a:bodyPr>
          <a:lstStyle>
            <a:lvl1pP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07008" y="822960"/>
            <a:ext cx="8961120" cy="3474720"/>
          </a:xfrm>
        </p:spPr>
        <p:txBody>
          <a:bodyPr anchor="t" anchorCtr="0">
            <a:normAutofit/>
          </a:bodyPr>
          <a:lstStyle>
            <a:lvl1pPr marL="164592" indent="-164592">
              <a:lnSpc>
                <a:spcPct val="100000"/>
              </a:lnSpc>
              <a:spcBef>
                <a:spcPts val="0"/>
              </a:spcBef>
              <a:buNone/>
              <a:defRPr sz="4200" b="0" i="0">
                <a:solidFill>
                  <a:schemeClr val="bg1"/>
                </a:solidFill>
                <a:latin typeface="Bahnschrift Light" panose="020B0502040204020203" pitchFamily="34" charset="0"/>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1051D386-7935-4182-861C-A013C161AEB1}" type="datetime1">
              <a:rPr lang="en-US" smtClean="0"/>
              <a:t>2/18/2026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5F3E5CAD-77F4-3496-0EBB-8BDE29A00533}"/>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B932EDD7-F82C-CAA5-81E3-4DA459BD7BE7}"/>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B23CB67B-9D91-D31D-5E6F-1AFDE722A71A}"/>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0B71C7-A49A-A194-9371-8105319095C1}"/>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7D85FF8-8A01-4471-2129-9F815C543EB4}"/>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57B839C-7467-0312-FCA6-E719E5B303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8137316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93164" y="5891704"/>
            <a:ext cx="8805672" cy="557222"/>
          </a:xfrm>
        </p:spPr>
        <p:txBody>
          <a:bodyPr anchor="ctr">
            <a:normAutofit/>
          </a:bodyPr>
          <a:lstStyle>
            <a:lvl1pPr algn="ct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15440" y="1358007"/>
            <a:ext cx="8961120" cy="3474720"/>
          </a:xfrm>
        </p:spPr>
        <p:txBody>
          <a:bodyPr anchor="ctr">
            <a:normAutofit/>
          </a:bodyPr>
          <a:lstStyle>
            <a:lvl1pPr marL="164592" indent="-164592" algn="ctr">
              <a:lnSpc>
                <a:spcPct val="100000"/>
              </a:lnSpc>
              <a:spcBef>
                <a:spcPts val="0"/>
              </a:spcBef>
              <a:buNone/>
              <a:defRPr sz="4000" b="0" i="0">
                <a:solidFill>
                  <a:schemeClr val="bg1"/>
                </a:solidFill>
                <a:latin typeface="+mn-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4F612C1C-64C5-4B50-8744-8314E722E95D}" type="datetime1">
              <a:rPr lang="en-US" smtClean="0"/>
              <a:t>2/18/2026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A8BAF90A-B341-890C-B376-6A16FD3D4D66}"/>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673DA07-CC58-742F-47C7-DF6C3FC1BB2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EC520D2A-19A3-39C2-02F5-969FC02F7835}"/>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B9DADCD-00F5-6714-A61F-195B94550628}"/>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5D759BD-ADDA-3040-A5CB-DAC10D9A2D39}"/>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48BFB7B-8327-08C6-5F9E-BACB47A2C3D2}"/>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32953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Content Placeholder 3">
            <a:extLst>
              <a:ext uri="{FF2B5EF4-FFF2-40B4-BE49-F238E27FC236}">
                <a16:creationId xmlns:a16="http://schemas.microsoft.com/office/drawing/2014/main" id="{F6F508F0-4C97-9A80-2546-BC6EE3D2732B}"/>
              </a:ext>
            </a:extLst>
          </p:cNvPr>
          <p:cNvSpPr>
            <a:spLocks noGrp="1"/>
          </p:cNvSpPr>
          <p:nvPr>
            <p:ph sz="quarter" idx="15"/>
          </p:nvPr>
        </p:nvSpPr>
        <p:spPr>
          <a:xfrm>
            <a:off x="1060450" y="1828800"/>
            <a:ext cx="476885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A9AB0DFB-3813-8899-8844-3F65C902B800}"/>
              </a:ext>
            </a:extLst>
          </p:cNvPr>
          <p:cNvSpPr>
            <a:spLocks noGrp="1"/>
          </p:cNvSpPr>
          <p:nvPr>
            <p:ph sz="quarter" idx="16"/>
          </p:nvPr>
        </p:nvSpPr>
        <p:spPr>
          <a:xfrm>
            <a:off x="6363391" y="1828800"/>
            <a:ext cx="4755712"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14802D6-419C-4270-A699-E7031986556C}" type="datetime1">
              <a:rPr lang="en-US" smtClean="0"/>
              <a:t>2/18/2026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CB83DEFD-C76A-E192-4470-7F7DCE92CBCE}"/>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0EBF15C6-51A3-0039-7C8E-9F5BC53301C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F2827DB-A570-B094-5067-79A4F7DA7F3C}"/>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DF52F4-C942-A75F-0F4B-911959D2F30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44BFA9-C671-8332-EC4C-A56CAAB34AE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1704049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058011" y="600148"/>
            <a:ext cx="10058400" cy="1133856"/>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58011"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35B8AB-C546-6624-5613-679F649D8004}"/>
              </a:ext>
            </a:extLst>
          </p:cNvPr>
          <p:cNvSpPr>
            <a:spLocks noGrp="1"/>
          </p:cNvSpPr>
          <p:nvPr>
            <p:ph sz="quarter" idx="15"/>
          </p:nvPr>
        </p:nvSpPr>
        <p:spPr>
          <a:xfrm>
            <a:off x="1058011"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53436"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a:extLst>
              <a:ext uri="{FF2B5EF4-FFF2-40B4-BE49-F238E27FC236}">
                <a16:creationId xmlns:a16="http://schemas.microsoft.com/office/drawing/2014/main" id="{689131D8-B072-15AB-4C0D-39F0B943B0A9}"/>
              </a:ext>
            </a:extLst>
          </p:cNvPr>
          <p:cNvSpPr>
            <a:spLocks noGrp="1"/>
          </p:cNvSpPr>
          <p:nvPr>
            <p:ph sz="quarter" idx="16"/>
          </p:nvPr>
        </p:nvSpPr>
        <p:spPr>
          <a:xfrm>
            <a:off x="6353436"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B7C0F1DD-38C1-462C-A697-E8DF52FBE341}" type="datetime1">
              <a:rPr lang="en-US" smtClean="0"/>
              <a:t>2/18/2026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E70A967-D43A-531B-AB77-B7D2DE7E4B0F}"/>
              </a:ext>
            </a:extLst>
          </p:cNvPr>
          <p:cNvGrpSpPr/>
          <p:nvPr/>
        </p:nvGrpSpPr>
        <p:grpSpPr>
          <a:xfrm>
            <a:off x="803185" y="0"/>
            <a:ext cx="10585629" cy="6858000"/>
            <a:chOff x="803185" y="0"/>
            <a:chExt cx="10585629" cy="6858000"/>
          </a:xfrm>
        </p:grpSpPr>
        <p:cxnSp>
          <p:nvCxnSpPr>
            <p:cNvPr id="16" name="Straight Connector 15">
              <a:extLst>
                <a:ext uri="{FF2B5EF4-FFF2-40B4-BE49-F238E27FC236}">
                  <a16:creationId xmlns:a16="http://schemas.microsoft.com/office/drawing/2014/main" id="{61B1175E-A767-B7AB-D265-9256ECCA8E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29F5B2-C13B-2102-792E-E51F1738D2A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C2A7D0-2242-BB3D-AC3F-126E076FC3A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40BEB2B-F33C-CFC6-3060-70CD260293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522492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B15132D0-A4B5-4DFA-9485-CB2E482EE77C}" type="datetime1">
              <a:rPr lang="en-US" smtClean="0"/>
              <a:t>2/18/2026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570C8D4F-961C-9DE3-2BE6-ABBC18355BC3}"/>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E145383D-28A9-C0D3-8E3D-AA7533D2925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B585A5-22BA-F43D-07BD-3BB57145B2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1437C88-1694-66DE-88F2-5F80E436773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75A774-D186-6B8B-F966-423BE24E466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626805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EC83663-489C-4B0C-BB79-FC178A8643C9}" type="datetime1">
              <a:rPr lang="en-US" smtClean="0"/>
              <a:t>2/18/2026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0" name="Group 9">
            <a:extLst>
              <a:ext uri="{FF2B5EF4-FFF2-40B4-BE49-F238E27FC236}">
                <a16:creationId xmlns:a16="http://schemas.microsoft.com/office/drawing/2014/main" id="{A5ECB350-6B4D-5D25-5FB0-D995BE7D095F}"/>
              </a:ext>
            </a:extLst>
          </p:cNvPr>
          <p:cNvGrpSpPr/>
          <p:nvPr/>
        </p:nvGrpSpPr>
        <p:grpSpPr>
          <a:xfrm>
            <a:off x="803185" y="0"/>
            <a:ext cx="10585629" cy="6858000"/>
            <a:chOff x="803185" y="0"/>
            <a:chExt cx="10585629" cy="6858000"/>
          </a:xfrm>
        </p:grpSpPr>
        <p:cxnSp>
          <p:nvCxnSpPr>
            <p:cNvPr id="11" name="Straight Connector 10">
              <a:extLst>
                <a:ext uri="{FF2B5EF4-FFF2-40B4-BE49-F238E27FC236}">
                  <a16:creationId xmlns:a16="http://schemas.microsoft.com/office/drawing/2014/main" id="{614889B8-EF0E-CC96-E345-4814F56ED6D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60EF97A-5CED-BE43-C066-ED89AE049BD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CB1FB5-CA0E-AFAB-5607-844D9592A24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BAA5556-E509-ED49-F4BE-6F664377F5B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7358312"/>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207008" y="786384"/>
            <a:ext cx="292608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14" name="Footer Placeholder 13">
            <a:extLst>
              <a:ext uri="{FF2B5EF4-FFF2-40B4-BE49-F238E27FC236}">
                <a16:creationId xmlns:a16="http://schemas.microsoft.com/office/drawing/2014/main" id="{06EDF8B4-9629-39C1-DDBF-A5485B241DB4}"/>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207008" y="2651760"/>
            <a:ext cx="2926080" cy="3383280"/>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297680" y="786382"/>
            <a:ext cx="676656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b="0">
                <a:solidFill>
                  <a:schemeClr val="tx1"/>
                </a:solidFill>
              </a:defRPr>
            </a:lvl4pPr>
            <a:lvl5pPr marL="1200150" indent="-285750">
              <a:buFont typeface="Arial" panose="020B0604020202020204" pitchFamily="34" charset="0"/>
              <a:buChar char="•"/>
              <a:defRPr sz="1400" b="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a:extLst>
              <a:ext uri="{FF2B5EF4-FFF2-40B4-BE49-F238E27FC236}">
                <a16:creationId xmlns:a16="http://schemas.microsoft.com/office/drawing/2014/main" id="{2EAB326A-0996-8BBC-BFAF-29A228B198CC}"/>
              </a:ext>
            </a:extLst>
          </p:cNvPr>
          <p:cNvSpPr>
            <a:spLocks noGrp="1"/>
          </p:cNvSpPr>
          <p:nvPr>
            <p:ph type="dt" sz="half" idx="10"/>
          </p:nvPr>
        </p:nvSpPr>
        <p:spPr/>
        <p:txBody>
          <a:bodyPr/>
          <a:lstStyle>
            <a:lvl1pPr>
              <a:defRPr>
                <a:solidFill>
                  <a:schemeClr val="tx1"/>
                </a:solidFill>
              </a:defRPr>
            </a:lvl1pPr>
          </a:lstStyle>
          <a:p>
            <a:fld id="{C41BEF89-672A-4E25-926B-58E382525C3F}" type="datetime1">
              <a:rPr lang="en-US" smtClean="0"/>
              <a:t>2/18/2026</a:t>
            </a:fld>
            <a:endParaRPr lang="en-US" dirty="0"/>
          </a:p>
        </p:txBody>
      </p:sp>
      <p:sp>
        <p:nvSpPr>
          <p:cNvPr id="15" name="Slide Number Placeholder 14">
            <a:extLst>
              <a:ext uri="{FF2B5EF4-FFF2-40B4-BE49-F238E27FC236}">
                <a16:creationId xmlns:a16="http://schemas.microsoft.com/office/drawing/2014/main" id="{3AE9EB23-C42E-AFD9-410F-5D3A9B4737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8" name="Group 7">
            <a:extLst>
              <a:ext uri="{FF2B5EF4-FFF2-40B4-BE49-F238E27FC236}">
                <a16:creationId xmlns:a16="http://schemas.microsoft.com/office/drawing/2014/main" id="{8179AB9D-F8E4-DA67-2113-2CB4FAAA3FE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4D1AF63C-58A3-D664-0F8A-2F866DE9922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7353FA6-146A-25CD-A52A-50A0DBA7C4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3D17F74-4821-8F53-7E3E-BD10714CA1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CBD083B-641D-8442-0510-78BC3BDFF82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6451782"/>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207008" y="786384"/>
            <a:ext cx="3595634" cy="192024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207008" y="2752344"/>
            <a:ext cx="3585586" cy="3291840"/>
          </a:xfrm>
        </p:spPr>
        <p:txBody>
          <a:bodyPr anchor="b"/>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8" y="402336"/>
            <a:ext cx="6328768"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9931E9BD-2556-46EE-BDF5-EE03A42C0687}" type="datetime1">
              <a:rPr lang="en-US" smtClean="0"/>
              <a:t>2/18/2026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DF475923-C72A-59CC-2F27-3B42DE9E23C1}"/>
              </a:ext>
            </a:extLst>
          </p:cNvPr>
          <p:cNvCxnSpPr/>
          <p:nvPr/>
        </p:nvCxnSpPr>
        <p:spPr>
          <a:xfrm>
            <a:off x="5044948"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644E6E6F-31C5-280B-B965-1DCA584FB10B}"/>
              </a:ext>
            </a:extLst>
          </p:cNvPr>
          <p:cNvGrpSpPr/>
          <p:nvPr/>
        </p:nvGrpSpPr>
        <p:grpSpPr>
          <a:xfrm>
            <a:off x="803185" y="0"/>
            <a:ext cx="10585629" cy="6858000"/>
            <a:chOff x="803185" y="0"/>
            <a:chExt cx="10585629" cy="6858000"/>
          </a:xfrm>
        </p:grpSpPr>
        <p:cxnSp>
          <p:nvCxnSpPr>
            <p:cNvPr id="10" name="Straight Connector 9">
              <a:extLst>
                <a:ext uri="{FF2B5EF4-FFF2-40B4-BE49-F238E27FC236}">
                  <a16:creationId xmlns:a16="http://schemas.microsoft.com/office/drawing/2014/main" id="{E46DD8FB-C3C8-02D7-0EEC-1FA8A0E72EE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287276-FB86-B497-EB85-08D57647FCB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AFABFB-CCBD-F586-5A5B-F739C98FEB0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33A7C7-3944-5EFF-0F5A-CD13C776DD1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7400000"/>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7342307" cy="2085339"/>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207008" y="3594099"/>
            <a:ext cx="9601200" cy="237744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89BE370-40DD-429A-ADED-41858713F7D9}" type="datetime1">
              <a:rPr lang="en-US" smtClean="0"/>
              <a:t>2/18/2026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CFF997AB-1CB0-F155-5BD6-8AD0DF5F9C8C}"/>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5CD1A663-8D32-81FC-CF0E-3943276FC5B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88FB5FE-FF71-6B7B-03A4-B78EA9E50FE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4967FC-68C7-FF99-F0D4-F11F22519D8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0437DFC-E04A-54B1-CFEA-8D9349D6EB7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1113878"/>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8430767" cy="2520011"/>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207008" y="3622673"/>
            <a:ext cx="8430639" cy="1609344"/>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744B83-DEC6-42A9-90ED-B3D6C76A8643}" type="datetime1">
              <a:rPr lang="en-US" smtClean="0"/>
              <a:t>2/18/2026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4604B72-3E24-1723-74C9-C1E295269A19}"/>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2CEF3A60-0DC4-008A-49C8-C3FD46FA3B8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A618110-A634-DE8C-5B6D-35477E47ED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E21D7-A780-C513-5EB6-4A6C625665C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2C4757-1CA9-394F-33BF-C5A9D77182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373742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66800" y="685800"/>
            <a:ext cx="10058400"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1005840" y="1525384"/>
            <a:ext cx="2805405"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3385" y="6229552"/>
            <a:ext cx="429207" cy="365125"/>
          </a:xfrm>
          <a:prstGeom prst="rect">
            <a:avLst/>
          </a:prstGeom>
        </p:spPr>
        <p:txBody>
          <a:bodyPr vert="horz" lIns="91440" tIns="45720" rIns="91440" bIns="45720" rtlCol="0" anchor="ctr"/>
          <a:lstStyle>
            <a:lvl1pPr algn="ctr" rtl="0">
              <a:defRPr sz="900" b="0" i="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66800" y="1920240"/>
            <a:ext cx="1005840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0040831" y="4206240"/>
            <a:ext cx="3494314"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fld id="{5D94B1B5-61D9-4408-A2B5-CA06F768CAB1}" type="datetime1">
              <a:rPr lang="en-US" smtClean="0"/>
              <a:t>2/18/2026</a:t>
            </a:fld>
            <a:endParaRPr lang="en-US" dirty="0"/>
          </a:p>
        </p:txBody>
      </p:sp>
      <p:sp>
        <p:nvSpPr>
          <p:cNvPr id="12" name="Freeform 11" hidden="1">
            <a:extLst>
              <a:ext uri="{FF2B5EF4-FFF2-40B4-BE49-F238E27FC236}">
                <a16:creationId xmlns:a16="http://schemas.microsoft.com/office/drawing/2014/main" id="{918C00E2-AFB8-E789-01F1-47EC64846D95}"/>
              </a:ext>
            </a:extLst>
          </p:cNvPr>
          <p:cNvSpPr/>
          <p:nvPr/>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hidden="1">
            <a:extLst>
              <a:ext uri="{FF2B5EF4-FFF2-40B4-BE49-F238E27FC236}">
                <a16:creationId xmlns:a16="http://schemas.microsoft.com/office/drawing/2014/main" id="{6A6CDCAD-B761-0A5F-55A7-CE79AB3802A7}"/>
              </a:ext>
            </a:extLst>
          </p:cNvPr>
          <p:cNvSpPr/>
          <p:nvPr userDrawn="1"/>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56564892"/>
      </p:ext>
    </p:extLst>
  </p:cSld>
  <p:clrMap bg1="dk1" tx1="lt1" bg2="dk2" tx2="lt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76" r:id="rId6"/>
    <p:sldLayoutId id="2147483923" r:id="rId7"/>
    <p:sldLayoutId id="2147483924" r:id="rId8"/>
    <p:sldLayoutId id="2147483925" r:id="rId9"/>
    <p:sldLayoutId id="2147483926" r:id="rId10"/>
    <p:sldLayoutId id="2147483927" r:id="rId11"/>
    <p:sldLayoutId id="2147483928" r:id="rId12"/>
    <p:sldLayoutId id="2147483929" r:id="rId13"/>
    <p:sldLayoutId id="2147483930" r:id="rId14"/>
    <p:sldLayoutId id="2147483931" r:id="rId15"/>
    <p:sldLayoutId id="2147483932" r:id="rId16"/>
    <p:sldLayoutId id="2147483933" r:id="rId17"/>
    <p:sldLayoutId id="2147483934" r:id="rId18"/>
    <p:sldLayoutId id="2147483935" r:id="rId19"/>
    <p:sldLayoutId id="2147483936" r:id="rId20"/>
    <p:sldLayoutId id="2147483937" r:id="rId21"/>
    <p:sldLayoutId id="2147483938" r:id="rId22"/>
    <p:sldLayoutId id="2147483939" r:id="rId23"/>
    <p:sldLayoutId id="2147483940" r:id="rId24"/>
    <p:sldLayoutId id="2147483941" r:id="rId25"/>
    <p:sldLayoutId id="2147483942" r:id="rId26"/>
    <p:sldLayoutId id="2147483943" r:id="rId27"/>
    <p:sldLayoutId id="2147483944" r:id="rId28"/>
    <p:sldLayoutId id="2147483945" r:id="rId29"/>
    <p:sldLayoutId id="2147483946" r:id="rId30"/>
    <p:sldLayoutId id="2147483947" r:id="rId31"/>
    <p:sldLayoutId id="2147483948" r:id="rId32"/>
    <p:sldLayoutId id="2147483949" r:id="rId33"/>
    <p:sldLayoutId id="2147483950" r:id="rId34"/>
    <p:sldLayoutId id="2147483951" r:id="rId35"/>
    <p:sldLayoutId id="2147483952" r:id="rId36"/>
    <p:sldLayoutId id="2147483953" r:id="rId37"/>
    <p:sldLayoutId id="2147483954" r:id="rId38"/>
    <p:sldLayoutId id="2147483955" r:id="rId39"/>
    <p:sldLayoutId id="2147483956" r:id="rId40"/>
    <p:sldLayoutId id="2147483957" r:id="rId41"/>
    <p:sldLayoutId id="2147483958" r:id="rId42"/>
    <p:sldLayoutId id="2147483959" r:id="rId43"/>
    <p:sldLayoutId id="2147483960" r:id="rId44"/>
    <p:sldLayoutId id="2147483961" r:id="rId45"/>
    <p:sldLayoutId id="2147483962" r:id="rId46"/>
    <p:sldLayoutId id="2147483963" r:id="rId47"/>
    <p:sldLayoutId id="2147483964" r:id="rId48"/>
    <p:sldLayoutId id="2147483965" r:id="rId49"/>
    <p:sldLayoutId id="2147483966" r:id="rId50"/>
    <p:sldLayoutId id="2147483967" r:id="rId51"/>
    <p:sldLayoutId id="2147483969" r:id="rId52"/>
    <p:sldLayoutId id="2147483970" r:id="rId53"/>
    <p:sldLayoutId id="2147483971" r:id="rId54"/>
    <p:sldLayoutId id="2147483972" r:id="rId55"/>
    <p:sldLayoutId id="2147483973" r:id="rId56"/>
    <p:sldLayoutId id="2147483974" r:id="rId57"/>
    <p:sldLayoutId id="2147483975" r:id="rId58"/>
  </p:sldLayoutIdLst>
  <p:hf hdr="0" dt="0"/>
  <p:txStyles>
    <p:titleStyle>
      <a:lvl1pPr algn="l" defTabSz="914400" rtl="0" eaLnBrk="1" latinLnBrk="0" hangingPunct="1">
        <a:lnSpc>
          <a:spcPct val="100000"/>
        </a:lnSpc>
        <a:spcBef>
          <a:spcPct val="0"/>
        </a:spcBef>
        <a:buNone/>
        <a:defRPr sz="4000" b="0" i="0" kern="1200" cap="all" baseline="0">
          <a:solidFill>
            <a:schemeClr val="tx1"/>
          </a:solidFill>
          <a:latin typeface="+mj-lt"/>
          <a:ea typeface="+mj-ea"/>
          <a:cs typeface="+mj-cs"/>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sz="18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kms-technology.com/blog/key-phases-of-agile-software-development-life-cycle/" TargetMode="External"/><Relationship Id="rId2" Type="http://schemas.openxmlformats.org/officeDocument/2006/relationships/hyperlink" Target="https://www.agile-academy.com/en/foundations/roles-in-scrum/" TargetMode="External"/><Relationship Id="rId1" Type="http://schemas.openxmlformats.org/officeDocument/2006/relationships/slideLayout" Target="../slideLayouts/slideLayout2.xml"/><Relationship Id="rId5" Type="http://schemas.openxmlformats.org/officeDocument/2006/relationships/hyperlink" Target="https://business.adobe.com/blog/basics/agile-vs-waterfall-project-management" TargetMode="External"/><Relationship Id="rId4" Type="http://schemas.openxmlformats.org/officeDocument/2006/relationships/hyperlink" Target="https://www.techtic.com/blog/agile-development-tea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C534-D45B-C515-59E3-4C260019E016}"/>
              </a:ext>
            </a:extLst>
          </p:cNvPr>
          <p:cNvSpPr>
            <a:spLocks noGrp="1"/>
          </p:cNvSpPr>
          <p:nvPr>
            <p:ph type="ctrTitle"/>
          </p:nvPr>
        </p:nvSpPr>
        <p:spPr>
          <a:xfrm>
            <a:off x="3855720" y="1605915"/>
            <a:ext cx="4480560" cy="2468880"/>
          </a:xfrm>
        </p:spPr>
        <p:txBody>
          <a:bodyPr/>
          <a:lstStyle/>
          <a:p>
            <a:r>
              <a:rPr lang="en-US" dirty="0"/>
              <a:t>The switch to agile</a:t>
            </a:r>
          </a:p>
        </p:txBody>
      </p:sp>
      <p:sp>
        <p:nvSpPr>
          <p:cNvPr id="3" name="Subtitle 2">
            <a:extLst>
              <a:ext uri="{FF2B5EF4-FFF2-40B4-BE49-F238E27FC236}">
                <a16:creationId xmlns:a16="http://schemas.microsoft.com/office/drawing/2014/main" id="{22950508-6902-F575-FCC4-234E6821BF41}"/>
              </a:ext>
            </a:extLst>
          </p:cNvPr>
          <p:cNvSpPr>
            <a:spLocks noGrp="1"/>
          </p:cNvSpPr>
          <p:nvPr>
            <p:ph type="subTitle" idx="1"/>
          </p:nvPr>
        </p:nvSpPr>
        <p:spPr>
          <a:xfrm>
            <a:off x="4221480" y="4245427"/>
            <a:ext cx="3749040" cy="1463040"/>
          </a:xfrm>
        </p:spPr>
        <p:txBody>
          <a:bodyPr/>
          <a:lstStyle/>
          <a:p>
            <a:r>
              <a:rPr lang="en-US" dirty="0"/>
              <a:t>Luke Dubrosky</a:t>
            </a:r>
          </a:p>
          <a:p>
            <a:r>
              <a:rPr lang="en-US" dirty="0"/>
              <a:t>CS 250</a:t>
            </a:r>
          </a:p>
        </p:txBody>
      </p:sp>
    </p:spTree>
    <p:extLst>
      <p:ext uri="{BB962C8B-B14F-4D97-AF65-F5344CB8AC3E}">
        <p14:creationId xmlns:p14="http://schemas.microsoft.com/office/powerpoint/2010/main" val="2699954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1C937-F0A7-CA3A-082F-76F66EFFEBD5}"/>
              </a:ext>
            </a:extLst>
          </p:cNvPr>
          <p:cNvSpPr>
            <a:spLocks noGrp="1"/>
          </p:cNvSpPr>
          <p:nvPr>
            <p:ph type="title"/>
          </p:nvPr>
        </p:nvSpPr>
        <p:spPr/>
        <p:txBody>
          <a:bodyPr/>
          <a:lstStyle/>
          <a:p>
            <a:pPr algn="ctr"/>
            <a:r>
              <a:rPr lang="en-US" dirty="0"/>
              <a:t>Agile Roles pt 1.</a:t>
            </a:r>
          </a:p>
        </p:txBody>
      </p:sp>
      <p:sp>
        <p:nvSpPr>
          <p:cNvPr id="4" name="Content Placeholder 3">
            <a:extLst>
              <a:ext uri="{FF2B5EF4-FFF2-40B4-BE49-F238E27FC236}">
                <a16:creationId xmlns:a16="http://schemas.microsoft.com/office/drawing/2014/main" id="{36180D95-A7AD-4062-1F6D-69F53008545C}"/>
              </a:ext>
            </a:extLst>
          </p:cNvPr>
          <p:cNvSpPr>
            <a:spLocks noGrp="1"/>
          </p:cNvSpPr>
          <p:nvPr>
            <p:ph sz="quarter" idx="13"/>
          </p:nvPr>
        </p:nvSpPr>
        <p:spPr>
          <a:xfrm>
            <a:off x="1069848" y="1421287"/>
            <a:ext cx="10052050" cy="4796316"/>
          </a:xfrm>
        </p:spPr>
        <p:txBody>
          <a:bodyPr vert="horz" lIns="91440" tIns="45720" rIns="91440" bIns="45720" rtlCol="0" anchor="t">
            <a:normAutofit/>
          </a:bodyPr>
          <a:lstStyle/>
          <a:p>
            <a:pPr marL="0" indent="0">
              <a:buNone/>
            </a:pPr>
            <a:r>
              <a:rPr lang="en-US" sz="1800" dirty="0"/>
              <a:t>SCRUM MASTER:</a:t>
            </a:r>
          </a:p>
          <a:p>
            <a:pPr marL="0" indent="0">
              <a:buNone/>
            </a:pPr>
            <a:r>
              <a:rPr lang="en-US" sz="1800" dirty="0"/>
              <a:t>The facilitator of the process who is responsible for removing roadblocks and coaching the team on scrum. The scrum master serves to shield the team from outside interruptions and make sure they remain productive. Serving as a leader instead of a manager, "</a:t>
            </a:r>
            <a:r>
              <a:rPr lang="en-US" sz="1800" dirty="0">
                <a:solidFill>
                  <a:srgbClr val="2C2F21"/>
                </a:solidFill>
                <a:ea typeface="+mn-lt"/>
                <a:cs typeface="+mn-lt"/>
              </a:rPr>
              <a:t>they aren't entitled to exercise authority over the team, distinguishing their role from a conventional project or development manager" (Salimi, 2024).</a:t>
            </a:r>
            <a:endParaRPr lang="en-US" sz="1500">
              <a:solidFill>
                <a:srgbClr val="222222"/>
              </a:solidFill>
              <a:highlight>
                <a:srgbClr val="FFFFFF"/>
              </a:highlight>
              <a:ea typeface="+mn-lt"/>
              <a:cs typeface="+mn-lt"/>
            </a:endParaRPr>
          </a:p>
          <a:p>
            <a:pPr marL="0" indent="0">
              <a:buNone/>
            </a:pPr>
            <a:endParaRPr lang="en-US" sz="1800" dirty="0"/>
          </a:p>
          <a:p>
            <a:pPr marL="0" indent="0">
              <a:buNone/>
            </a:pPr>
            <a:r>
              <a:rPr lang="en-US" sz="1800" dirty="0"/>
              <a:t>PRODUCT OWNER:</a:t>
            </a:r>
          </a:p>
          <a:p>
            <a:pPr marL="0" indent="0">
              <a:buNone/>
            </a:pPr>
            <a:r>
              <a:rPr lang="en-US" sz="1800" dirty="0"/>
              <a:t>Serving as the bridge to connect the agile team to stakeholders, the product owner maintains the product backlog and user stories. Having such a crucial role they "are tasked with conveying a clear vision to the Scrum team" (Salimi, 2024). The success of the team depends on how well the product owner can convey stakeholder requests.</a:t>
            </a:r>
          </a:p>
        </p:txBody>
      </p:sp>
      <p:sp>
        <p:nvSpPr>
          <p:cNvPr id="5" name="Slide Number Placeholder 4">
            <a:extLst>
              <a:ext uri="{FF2B5EF4-FFF2-40B4-BE49-F238E27FC236}">
                <a16:creationId xmlns:a16="http://schemas.microsoft.com/office/drawing/2014/main" id="{6E47423F-6EA4-979C-FA62-ED84FC747C31}"/>
              </a:ext>
            </a:extLst>
          </p:cNvPr>
          <p:cNvSpPr>
            <a:spLocks noGrp="1"/>
          </p:cNvSpPr>
          <p:nvPr>
            <p:ph type="sldNum" sz="quarter" idx="12"/>
          </p:nvPr>
        </p:nvSpPr>
        <p:spPr/>
        <p:txBody>
          <a:bodyPr/>
          <a:lstStyle/>
          <a:p>
            <a:fld id="{CC057153-B650-4DEB-B370-79DDCFDCE934}" type="slidenum">
              <a:rPr lang="en-US" smtClean="0"/>
              <a:pPr/>
              <a:t>2</a:t>
            </a:fld>
            <a:endParaRPr lang="en-US" dirty="0"/>
          </a:p>
        </p:txBody>
      </p:sp>
    </p:spTree>
    <p:extLst>
      <p:ext uri="{BB962C8B-B14F-4D97-AF65-F5344CB8AC3E}">
        <p14:creationId xmlns:p14="http://schemas.microsoft.com/office/powerpoint/2010/main" val="268147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6E383-EFCE-E8C5-0182-9CCA39402DD2}"/>
              </a:ext>
            </a:extLst>
          </p:cNvPr>
          <p:cNvSpPr>
            <a:spLocks noGrp="1"/>
          </p:cNvSpPr>
          <p:nvPr>
            <p:ph type="title"/>
          </p:nvPr>
        </p:nvSpPr>
        <p:spPr/>
        <p:txBody>
          <a:bodyPr/>
          <a:lstStyle/>
          <a:p>
            <a:pPr algn="ctr"/>
            <a:r>
              <a:rPr lang="en-US" dirty="0"/>
              <a:t>Agile ROLES PT 2.</a:t>
            </a:r>
          </a:p>
        </p:txBody>
      </p:sp>
      <p:sp>
        <p:nvSpPr>
          <p:cNvPr id="4" name="Content Placeholder 3">
            <a:extLst>
              <a:ext uri="{FF2B5EF4-FFF2-40B4-BE49-F238E27FC236}">
                <a16:creationId xmlns:a16="http://schemas.microsoft.com/office/drawing/2014/main" id="{89A8DBAF-245C-43F3-DD34-5D48F13F2493}"/>
              </a:ext>
            </a:extLst>
          </p:cNvPr>
          <p:cNvSpPr>
            <a:spLocks noGrp="1"/>
          </p:cNvSpPr>
          <p:nvPr>
            <p:ph sz="quarter" idx="13"/>
          </p:nvPr>
        </p:nvSpPr>
        <p:spPr/>
        <p:txBody>
          <a:bodyPr vert="horz" lIns="91440" tIns="45720" rIns="91440" bIns="45720" rtlCol="0" anchor="t">
            <a:normAutofit/>
          </a:bodyPr>
          <a:lstStyle/>
          <a:p>
            <a:pPr marL="0" indent="0">
              <a:buNone/>
            </a:pPr>
            <a:r>
              <a:rPr lang="en-US" sz="1800" dirty="0"/>
              <a:t>DEVELOPMENT TEAM:</a:t>
            </a:r>
          </a:p>
          <a:p>
            <a:pPr marL="0" indent="0">
              <a:buNone/>
            </a:pPr>
            <a:r>
              <a:rPr lang="en-US" sz="1800" dirty="0"/>
              <a:t>The development team is a cross-functional and self organizing team. They are responsible for "</a:t>
            </a:r>
            <a:r>
              <a:rPr lang="en-US" sz="1800" dirty="0">
                <a:solidFill>
                  <a:srgbClr val="2C2F21"/>
                </a:solidFill>
                <a:ea typeface="+mn-lt"/>
                <a:cs typeface="+mn-lt"/>
              </a:rPr>
              <a:t>possessing all the skills and knowledge required to deliver high-quality, functional software" (Salimi, 2024).</a:t>
            </a:r>
          </a:p>
          <a:p>
            <a:r>
              <a:rPr lang="en-US" sz="1800" dirty="0">
                <a:solidFill>
                  <a:srgbClr val="2C2F21"/>
                </a:solidFill>
              </a:rPr>
              <a:t>Technical skills: Responsible for building the features brought by the product owner. Working closely with the team to develop a product that fulfills the stakeholder requests brought by the product owner.</a:t>
            </a:r>
            <a:endParaRPr lang="en-US" dirty="0">
              <a:solidFill>
                <a:srgbClr val="2C2F21"/>
              </a:solidFill>
            </a:endParaRPr>
          </a:p>
          <a:p>
            <a:r>
              <a:rPr lang="en-US" sz="1800" dirty="0">
                <a:solidFill>
                  <a:srgbClr val="2C2F21"/>
                </a:solidFill>
              </a:rPr>
              <a:t>Quality assurance: Responsible for creating test cases and ensuring the final product meets the defined requirements by the team. Works closely with the product owner to outline the goal of the software.</a:t>
            </a:r>
          </a:p>
          <a:p>
            <a:r>
              <a:rPr lang="en-US" sz="1800" dirty="0"/>
              <a:t>Communication: It is important for the team to work closely with one another to overcome challenges. One way is to "</a:t>
            </a:r>
            <a:r>
              <a:rPr lang="en-US" sz="1800" dirty="0">
                <a:solidFill>
                  <a:srgbClr val="2C2F21"/>
                </a:solidFill>
                <a:latin typeface="Bahnschrift Light"/>
              </a:rPr>
              <a:t>coordinate the progress and challenges they face during the daily scrum meetings" (Mehta, 2022).</a:t>
            </a:r>
          </a:p>
        </p:txBody>
      </p:sp>
      <p:sp>
        <p:nvSpPr>
          <p:cNvPr id="5" name="Slide Number Placeholder 4">
            <a:extLst>
              <a:ext uri="{FF2B5EF4-FFF2-40B4-BE49-F238E27FC236}">
                <a16:creationId xmlns:a16="http://schemas.microsoft.com/office/drawing/2014/main" id="{5BE0BCBC-40A3-460D-4287-C0FA862B81F1}"/>
              </a:ext>
            </a:extLst>
          </p:cNvPr>
          <p:cNvSpPr>
            <a:spLocks noGrp="1"/>
          </p:cNvSpPr>
          <p:nvPr>
            <p:ph type="sldNum" sz="quarter" idx="12"/>
          </p:nvPr>
        </p:nvSpPr>
        <p:spPr/>
        <p:txBody>
          <a:bodyPr/>
          <a:lstStyle/>
          <a:p>
            <a:fld id="{CC057153-B650-4DEB-B370-79DDCFDCE934}" type="slidenum">
              <a:rPr lang="en-US" smtClean="0"/>
              <a:pPr/>
              <a:t>3</a:t>
            </a:fld>
            <a:endParaRPr lang="en-US" dirty="0"/>
          </a:p>
        </p:txBody>
      </p:sp>
    </p:spTree>
    <p:extLst>
      <p:ext uri="{BB962C8B-B14F-4D97-AF65-F5344CB8AC3E}">
        <p14:creationId xmlns:p14="http://schemas.microsoft.com/office/powerpoint/2010/main" val="2203102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08E1F-D5D9-88EC-2BD5-8BE1D20D590D}"/>
              </a:ext>
            </a:extLst>
          </p:cNvPr>
          <p:cNvSpPr>
            <a:spLocks noGrp="1"/>
          </p:cNvSpPr>
          <p:nvPr>
            <p:ph type="title"/>
          </p:nvPr>
        </p:nvSpPr>
        <p:spPr/>
        <p:txBody>
          <a:bodyPr/>
          <a:lstStyle/>
          <a:p>
            <a:pPr algn="ctr"/>
            <a:r>
              <a:rPr lang="en-US" dirty="0" err="1"/>
              <a:t>Sdlc</a:t>
            </a:r>
            <a:r>
              <a:rPr lang="en-US" dirty="0"/>
              <a:t> in an agile approach</a:t>
            </a:r>
          </a:p>
        </p:txBody>
      </p:sp>
      <p:sp>
        <p:nvSpPr>
          <p:cNvPr id="4" name="Content Placeholder 3">
            <a:extLst>
              <a:ext uri="{FF2B5EF4-FFF2-40B4-BE49-F238E27FC236}">
                <a16:creationId xmlns:a16="http://schemas.microsoft.com/office/drawing/2014/main" id="{8EA0C560-46DB-CA31-6D75-18EF928C3B43}"/>
              </a:ext>
            </a:extLst>
          </p:cNvPr>
          <p:cNvSpPr>
            <a:spLocks noGrp="1"/>
          </p:cNvSpPr>
          <p:nvPr>
            <p:ph sz="quarter" idx="13"/>
          </p:nvPr>
        </p:nvSpPr>
        <p:spPr/>
        <p:txBody>
          <a:bodyPr vert="horz" lIns="91440" tIns="45720" rIns="91440" bIns="45720" rtlCol="0" anchor="t">
            <a:normAutofit fontScale="92500"/>
          </a:bodyPr>
          <a:lstStyle/>
          <a:p>
            <a:pPr marL="342900" indent="-342900">
              <a:buAutoNum type="arabicPeriod"/>
            </a:pPr>
            <a:r>
              <a:rPr lang="en-US" b="1" dirty="0"/>
              <a:t>Requirements &amp; Analysis</a:t>
            </a:r>
            <a:br>
              <a:rPr lang="en-US" b="1" dirty="0"/>
            </a:br>
            <a:r>
              <a:rPr lang="en-US" dirty="0"/>
              <a:t>Collaborate with stakeholders to gather requirements.</a:t>
            </a:r>
            <a:br>
              <a:rPr lang="en-US" dirty="0"/>
            </a:br>
            <a:r>
              <a:rPr lang="en-US" dirty="0"/>
              <a:t>Prioritize key project requirements.</a:t>
            </a:r>
          </a:p>
          <a:p>
            <a:pPr marL="342900" indent="-342900">
              <a:buAutoNum type="arabicPeriod"/>
            </a:pPr>
            <a:r>
              <a:rPr lang="en-US" b="1"/>
              <a:t>Project Planning</a:t>
            </a:r>
            <a:br>
              <a:rPr lang="en-US" b="1" dirty="0"/>
            </a:br>
            <a:r>
              <a:rPr lang="en-US"/>
              <a:t>Structure the development process by "forming the team, defining timelines, and setting up essential resources" </a:t>
            </a:r>
            <a:r>
              <a:rPr lang="en-US" dirty="0"/>
              <a:t>(Nguyen, 2025).</a:t>
            </a:r>
            <a:endParaRPr lang="en-US" dirty="0">
              <a:solidFill>
                <a:srgbClr val="2C2F21"/>
              </a:solidFill>
              <a:ea typeface="+mn-lt"/>
              <a:cs typeface="+mn-lt"/>
            </a:endParaRPr>
          </a:p>
          <a:p>
            <a:pPr marL="342900" indent="-342900">
              <a:buAutoNum type="arabicPeriod"/>
            </a:pPr>
            <a:r>
              <a:rPr lang="en-US" b="1" dirty="0"/>
              <a:t>Design</a:t>
            </a:r>
            <a:br>
              <a:rPr lang="en-US" b="1" dirty="0"/>
            </a:br>
            <a:r>
              <a:rPr lang="en-US" dirty="0"/>
              <a:t>Breaking down user stories into manageable pieces.</a:t>
            </a:r>
          </a:p>
          <a:p>
            <a:pPr marL="342900" indent="-342900">
              <a:buAutoNum type="arabicPeriod"/>
            </a:pPr>
            <a:r>
              <a:rPr lang="en-US" b="1" dirty="0"/>
              <a:t>Coding &amp; Implementation</a:t>
            </a:r>
            <a:br>
              <a:rPr lang="en-US" b="1" dirty="0"/>
            </a:br>
            <a:r>
              <a:rPr lang="en-US" dirty="0"/>
              <a:t>Development begins in sprints.</a:t>
            </a:r>
            <a:br>
              <a:rPr lang="en-US" dirty="0"/>
            </a:br>
            <a:r>
              <a:rPr lang="en-US" dirty="0"/>
              <a:t>Utilizes real time validation to detect issues and deliver functional features before moving on.</a:t>
            </a:r>
          </a:p>
          <a:p>
            <a:pPr marL="342900" indent="-342900">
              <a:buAutoNum type="arabicPeriod"/>
            </a:pPr>
            <a:r>
              <a:rPr lang="en-US" b="1" dirty="0"/>
              <a:t>Testing</a:t>
            </a:r>
            <a:br>
              <a:rPr lang="en-US" b="1" dirty="0"/>
            </a:br>
            <a:r>
              <a:rPr lang="en-US" dirty="0"/>
              <a:t>Quality assurance takes place alongside the development to ensure software functionality.</a:t>
            </a:r>
          </a:p>
          <a:p>
            <a:pPr marL="342900" indent="-342900">
              <a:buAutoNum type="arabicPeriod"/>
            </a:pPr>
            <a:r>
              <a:rPr lang="en-US" b="1" dirty="0"/>
              <a:t>Deployment</a:t>
            </a:r>
            <a:br>
              <a:rPr lang="en-US" b="1" dirty="0"/>
            </a:br>
            <a:r>
              <a:rPr lang="en-US"/>
              <a:t>Present stakeholders with a shippable product increment for immediate feedback to use for the next requirements loop.</a:t>
            </a:r>
          </a:p>
          <a:p>
            <a:pPr marL="342900" indent="-342900">
              <a:buAutoNum type="arabicPeriod"/>
            </a:pPr>
            <a:r>
              <a:rPr lang="en-US" b="1" dirty="0"/>
              <a:t>Maintenance</a:t>
            </a:r>
            <a:br>
              <a:rPr lang="en-US" b="1" dirty="0"/>
            </a:br>
            <a:r>
              <a:rPr lang="en-US" dirty="0"/>
              <a:t>Focuses on long term software sustainability. This is done by "focusing on fixing bugs, enhancing features, optimizing performance, and improving user experience" (Nguyen, 2025).</a:t>
            </a:r>
            <a:br>
              <a:rPr lang="en-US" dirty="0"/>
            </a:br>
            <a:r>
              <a:rPr lang="en-US" b="1" dirty="0">
                <a:solidFill>
                  <a:srgbClr val="2C2F21"/>
                </a:solidFill>
                <a:ea typeface="+mn-lt"/>
                <a:cs typeface="+mn-lt"/>
              </a:rPr>
              <a:t>Important note: </a:t>
            </a:r>
            <a:br>
              <a:rPr lang="en-US" b="1" dirty="0">
                <a:solidFill>
                  <a:srgbClr val="2C2F21"/>
                </a:solidFill>
                <a:ea typeface="+mn-lt"/>
                <a:cs typeface="+mn-lt"/>
              </a:rPr>
            </a:br>
            <a:r>
              <a:rPr lang="en-US" dirty="0">
                <a:solidFill>
                  <a:srgbClr val="2C2F21"/>
                </a:solidFill>
                <a:ea typeface="+mn-lt"/>
                <a:cs typeface="+mn-lt"/>
              </a:rPr>
              <a:t>The SDLC process in an agile approach is a continuous loop rather than one linear process.</a:t>
            </a:r>
          </a:p>
        </p:txBody>
      </p:sp>
      <p:sp>
        <p:nvSpPr>
          <p:cNvPr id="5" name="Slide Number Placeholder 4">
            <a:extLst>
              <a:ext uri="{FF2B5EF4-FFF2-40B4-BE49-F238E27FC236}">
                <a16:creationId xmlns:a16="http://schemas.microsoft.com/office/drawing/2014/main" id="{04D82E8C-30BE-8838-B19E-719E05FE135A}"/>
              </a:ext>
            </a:extLst>
          </p:cNvPr>
          <p:cNvSpPr>
            <a:spLocks noGrp="1"/>
          </p:cNvSpPr>
          <p:nvPr>
            <p:ph type="sldNum" sz="quarter" idx="12"/>
          </p:nvPr>
        </p:nvSpPr>
        <p:spPr/>
        <p:txBody>
          <a:bodyPr/>
          <a:lstStyle/>
          <a:p>
            <a:fld id="{CC057153-B650-4DEB-B370-79DDCFDCE934}" type="slidenum">
              <a:rPr lang="en-US" smtClean="0"/>
              <a:pPr/>
              <a:t>4</a:t>
            </a:fld>
            <a:endParaRPr lang="en-US" dirty="0"/>
          </a:p>
        </p:txBody>
      </p:sp>
    </p:spTree>
    <p:extLst>
      <p:ext uri="{BB962C8B-B14F-4D97-AF65-F5344CB8AC3E}">
        <p14:creationId xmlns:p14="http://schemas.microsoft.com/office/powerpoint/2010/main" val="2126411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6FF2C-8B85-E1E7-13C3-6120D11B0A82}"/>
              </a:ext>
            </a:extLst>
          </p:cNvPr>
          <p:cNvSpPr>
            <a:spLocks noGrp="1"/>
          </p:cNvSpPr>
          <p:nvPr>
            <p:ph type="title"/>
          </p:nvPr>
        </p:nvSpPr>
        <p:spPr/>
        <p:txBody>
          <a:bodyPr/>
          <a:lstStyle/>
          <a:p>
            <a:pPr algn="ctr"/>
            <a:r>
              <a:rPr lang="en-US" dirty="0"/>
              <a:t>If a WATERFALL MODEL was used</a:t>
            </a:r>
          </a:p>
        </p:txBody>
      </p:sp>
      <p:sp>
        <p:nvSpPr>
          <p:cNvPr id="4" name="Content Placeholder 3">
            <a:extLst>
              <a:ext uri="{FF2B5EF4-FFF2-40B4-BE49-F238E27FC236}">
                <a16:creationId xmlns:a16="http://schemas.microsoft.com/office/drawing/2014/main" id="{7C871AE1-E186-59FB-3F79-62C988EED080}"/>
              </a:ext>
            </a:extLst>
          </p:cNvPr>
          <p:cNvSpPr>
            <a:spLocks noGrp="1"/>
          </p:cNvSpPr>
          <p:nvPr>
            <p:ph sz="quarter" idx="13"/>
          </p:nvPr>
        </p:nvSpPr>
        <p:spPr/>
        <p:txBody>
          <a:bodyPr vert="horz" lIns="91440" tIns="45720" rIns="91440" bIns="45720" rtlCol="0" anchor="t">
            <a:normAutofit/>
          </a:bodyPr>
          <a:lstStyle/>
          <a:p>
            <a:pPr marL="0" indent="0">
              <a:buNone/>
            </a:pPr>
            <a:r>
              <a:rPr lang="en-US" sz="1800" dirty="0"/>
              <a:t>How would using a waterfall model have affected the SNHU Travel project?</a:t>
            </a:r>
          </a:p>
          <a:p>
            <a:r>
              <a:rPr lang="en-US" sz="1800" dirty="0"/>
              <a:t>During the project, a large change was brought as stakeholders wanted to shift to a wellness/detox retreat focus. This change was worked through with the team and quickly implemented.</a:t>
            </a:r>
          </a:p>
          <a:p>
            <a:r>
              <a:rPr lang="en-US" sz="1800" dirty="0"/>
              <a:t>Waterfall presents a large challenge with sudden changes since it follows a much more rigid approach. Instead of resolving the issue swiftly like our agile approach did, waterfall would have taken significantly longer. In order to go about the change waterfall would have restarted scrapping the work already done and costing the company time and money. With fixed requirements at the start of a waterfall project, it is incredibly difficult to make changes during development leading to a lot of paperwork and bottlenecking. </a:t>
            </a:r>
          </a:p>
        </p:txBody>
      </p:sp>
      <p:sp>
        <p:nvSpPr>
          <p:cNvPr id="5" name="Slide Number Placeholder 4">
            <a:extLst>
              <a:ext uri="{FF2B5EF4-FFF2-40B4-BE49-F238E27FC236}">
                <a16:creationId xmlns:a16="http://schemas.microsoft.com/office/drawing/2014/main" id="{6F9A2024-73A3-0BA6-4011-0FC4016EA0A9}"/>
              </a:ext>
            </a:extLst>
          </p:cNvPr>
          <p:cNvSpPr>
            <a:spLocks noGrp="1"/>
          </p:cNvSpPr>
          <p:nvPr>
            <p:ph type="sldNum" sz="quarter" idx="12"/>
          </p:nvPr>
        </p:nvSpPr>
        <p:spPr/>
        <p:txBody>
          <a:bodyPr/>
          <a:lstStyle/>
          <a:p>
            <a:fld id="{CC057153-B650-4DEB-B370-79DDCFDCE934}" type="slidenum">
              <a:rPr lang="en-US" smtClean="0"/>
              <a:pPr/>
              <a:t>5</a:t>
            </a:fld>
            <a:endParaRPr lang="en-US" dirty="0"/>
          </a:p>
        </p:txBody>
      </p:sp>
    </p:spTree>
    <p:extLst>
      <p:ext uri="{BB962C8B-B14F-4D97-AF65-F5344CB8AC3E}">
        <p14:creationId xmlns:p14="http://schemas.microsoft.com/office/powerpoint/2010/main" val="3743979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0B6E1-155B-639E-C2EE-3FC6C8C3C204}"/>
              </a:ext>
            </a:extLst>
          </p:cNvPr>
          <p:cNvSpPr>
            <a:spLocks noGrp="1"/>
          </p:cNvSpPr>
          <p:nvPr>
            <p:ph type="title"/>
          </p:nvPr>
        </p:nvSpPr>
        <p:spPr/>
        <p:txBody>
          <a:bodyPr/>
          <a:lstStyle/>
          <a:p>
            <a:pPr algn="ctr"/>
            <a:r>
              <a:rPr lang="en-US" dirty="0"/>
              <a:t>WATERFALL vs AGILE</a:t>
            </a:r>
          </a:p>
        </p:txBody>
      </p:sp>
      <p:sp>
        <p:nvSpPr>
          <p:cNvPr id="4" name="Content Placeholder 3">
            <a:extLst>
              <a:ext uri="{FF2B5EF4-FFF2-40B4-BE49-F238E27FC236}">
                <a16:creationId xmlns:a16="http://schemas.microsoft.com/office/drawing/2014/main" id="{D2C58914-51ED-6D65-6D46-5399E518A2E5}"/>
              </a:ext>
            </a:extLst>
          </p:cNvPr>
          <p:cNvSpPr>
            <a:spLocks noGrp="1"/>
          </p:cNvSpPr>
          <p:nvPr>
            <p:ph sz="quarter" idx="13"/>
          </p:nvPr>
        </p:nvSpPr>
        <p:spPr>
          <a:xfrm>
            <a:off x="1069848" y="1431725"/>
            <a:ext cx="5020763" cy="4785878"/>
          </a:xfrm>
        </p:spPr>
        <p:txBody>
          <a:bodyPr vert="horz" lIns="91440" tIns="45720" rIns="91440" bIns="45720" rtlCol="0" anchor="t">
            <a:normAutofit/>
          </a:bodyPr>
          <a:lstStyle/>
          <a:p>
            <a:pPr marL="0" indent="0">
              <a:buNone/>
            </a:pPr>
            <a:r>
              <a:rPr lang="en-US" sz="1800" b="1" u="sng" dirty="0"/>
              <a:t>AGILE</a:t>
            </a:r>
          </a:p>
          <a:p>
            <a:pPr marL="342900" indent="-342900"/>
            <a:r>
              <a:rPr lang="en-US" dirty="0"/>
              <a:t>Adaptability for complex projects with changing requirements. SNHU Travel project changed requirements several times allowing fast implementation on features like switching to a slide show.</a:t>
            </a:r>
          </a:p>
          <a:p>
            <a:pPr marL="342900" indent="-342900"/>
            <a:r>
              <a:rPr lang="en-US" dirty="0"/>
              <a:t>Constant customer involvement. Talking with stakeholders throughout allowed us to gather information on new features as they arose to implement.</a:t>
            </a:r>
          </a:p>
          <a:p>
            <a:pPr marL="342900" indent="-342900"/>
            <a:r>
              <a:rPr lang="en-US" dirty="0"/>
              <a:t>Flexible timeline and delivery. With constant changes happening it is important to have flexibility. Adding new features allows the product backlog to be changed to meet changing requirements without the worry of a fixed end timeline for the entire project.</a:t>
            </a:r>
          </a:p>
          <a:p>
            <a:pPr marL="342900" indent="-342900"/>
            <a:r>
              <a:rPr lang="en-US" dirty="0"/>
              <a:t>Working as one cohesive team. This allowed for quick and effective communication for us during the project allowing for quick and efficient problem solving.</a:t>
            </a:r>
          </a:p>
          <a:p>
            <a:pPr marL="0" indent="0">
              <a:buNone/>
            </a:pPr>
            <a:endParaRPr lang="en-US" sz="1800" dirty="0"/>
          </a:p>
        </p:txBody>
      </p:sp>
      <p:sp>
        <p:nvSpPr>
          <p:cNvPr id="5" name="Slide Number Placeholder 4">
            <a:extLst>
              <a:ext uri="{FF2B5EF4-FFF2-40B4-BE49-F238E27FC236}">
                <a16:creationId xmlns:a16="http://schemas.microsoft.com/office/drawing/2014/main" id="{1C7A023C-722B-EFC4-4867-80DF3839959B}"/>
              </a:ext>
            </a:extLst>
          </p:cNvPr>
          <p:cNvSpPr>
            <a:spLocks noGrp="1"/>
          </p:cNvSpPr>
          <p:nvPr>
            <p:ph type="sldNum" sz="quarter" idx="12"/>
          </p:nvPr>
        </p:nvSpPr>
        <p:spPr/>
        <p:txBody>
          <a:bodyPr/>
          <a:lstStyle/>
          <a:p>
            <a:fld id="{CC057153-B650-4DEB-B370-79DDCFDCE934}" type="slidenum">
              <a:rPr lang="en-US" smtClean="0"/>
              <a:pPr/>
              <a:t>6</a:t>
            </a:fld>
            <a:endParaRPr lang="en-US" dirty="0"/>
          </a:p>
        </p:txBody>
      </p:sp>
      <p:sp>
        <p:nvSpPr>
          <p:cNvPr id="6" name="TextBox 5">
            <a:extLst>
              <a:ext uri="{FF2B5EF4-FFF2-40B4-BE49-F238E27FC236}">
                <a16:creationId xmlns:a16="http://schemas.microsoft.com/office/drawing/2014/main" id="{30DE45A6-869D-6158-9DAD-8988FD74310C}"/>
              </a:ext>
            </a:extLst>
          </p:cNvPr>
          <p:cNvSpPr txBox="1"/>
          <p:nvPr/>
        </p:nvSpPr>
        <p:spPr>
          <a:xfrm>
            <a:off x="6398418" y="1428093"/>
            <a:ext cx="5000891" cy="51039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spcBef>
                <a:spcPts val="1000"/>
              </a:spcBef>
            </a:pPr>
            <a:r>
              <a:rPr lang="en-US" b="1" u="sng" dirty="0"/>
              <a:t>WATERFALL</a:t>
            </a:r>
            <a:endParaRPr lang="en-US"/>
          </a:p>
          <a:p>
            <a:pPr marL="285750">
              <a:spcBef>
                <a:spcPts val="1000"/>
              </a:spcBef>
              <a:buFont typeface="Arial"/>
              <a:buChar char="•"/>
            </a:pPr>
            <a:r>
              <a:rPr lang="en-US" sz="1400" dirty="0"/>
              <a:t>Structured and useful for projects with all requirements being defined up front. More complex projects like the Travel project would stall a structured approach.</a:t>
            </a:r>
          </a:p>
          <a:p>
            <a:pPr marL="285750">
              <a:spcBef>
                <a:spcPts val="1000"/>
              </a:spcBef>
              <a:buFont typeface="Arial"/>
              <a:buChar char="•"/>
            </a:pPr>
            <a:r>
              <a:rPr lang="en-US" sz="1400" dirty="0"/>
              <a:t>Linear development stages. Needing to go back and forth from development to testing like what the SNHU project took would not have been possible under waterfall.</a:t>
            </a:r>
          </a:p>
          <a:p>
            <a:pPr marL="285750">
              <a:spcBef>
                <a:spcPts val="1000"/>
              </a:spcBef>
              <a:buFont typeface="Arial"/>
              <a:buChar char="•"/>
            </a:pPr>
            <a:r>
              <a:rPr lang="en-US" sz="1400" dirty="0"/>
              <a:t>Limited customer involvement. After establishing the initial structure little to no customer involvement would have removed a lot of the features gained through user stories.</a:t>
            </a:r>
          </a:p>
          <a:p>
            <a:pPr marL="285750">
              <a:spcBef>
                <a:spcPts val="1000"/>
              </a:spcBef>
              <a:buFont typeface="Arial"/>
              <a:buChar char="•"/>
            </a:pPr>
            <a:r>
              <a:rPr lang="en-US" sz="1400" dirty="0"/>
              <a:t>Fixed timeline and delivery. With the project being worked on as a whole with a fixed timeline and delivery it makes changes nearly impossible.</a:t>
            </a:r>
          </a:p>
          <a:p>
            <a:pPr marL="285750">
              <a:spcBef>
                <a:spcPts val="1000"/>
              </a:spcBef>
              <a:buFont typeface="Arial"/>
              <a:buChar char="•"/>
            </a:pPr>
            <a:r>
              <a:rPr lang="en-US" sz="1400" dirty="0"/>
              <a:t>Working with independent jobs. Having less team communication and collaboration makes for a less transparent team. Without that foundation teams struggle with problem solving and seeking clarification.</a:t>
            </a:r>
            <a:br>
              <a:rPr lang="en-US" sz="1400" dirty="0"/>
            </a:br>
            <a:r>
              <a:rPr lang="en-US" sz="1400" dirty="0"/>
              <a:t>(Adobe Communications Team, 2022).</a:t>
            </a:r>
          </a:p>
        </p:txBody>
      </p:sp>
    </p:spTree>
    <p:extLst>
      <p:ext uri="{BB962C8B-B14F-4D97-AF65-F5344CB8AC3E}">
        <p14:creationId xmlns:p14="http://schemas.microsoft.com/office/powerpoint/2010/main" val="226201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45E6A-2617-CDF4-53F7-1054CEFBB9BC}"/>
              </a:ext>
            </a:extLst>
          </p:cNvPr>
          <p:cNvSpPr>
            <a:spLocks noGrp="1"/>
          </p:cNvSpPr>
          <p:nvPr>
            <p:ph type="title"/>
          </p:nvPr>
        </p:nvSpPr>
        <p:spPr/>
        <p:txBody>
          <a:bodyPr/>
          <a:lstStyle/>
          <a:p>
            <a:pPr algn="ctr"/>
            <a:r>
              <a:rPr lang="en-US" dirty="0"/>
              <a:t>REFERENCES</a:t>
            </a:r>
          </a:p>
        </p:txBody>
      </p:sp>
      <p:sp>
        <p:nvSpPr>
          <p:cNvPr id="4" name="Content Placeholder 3">
            <a:extLst>
              <a:ext uri="{FF2B5EF4-FFF2-40B4-BE49-F238E27FC236}">
                <a16:creationId xmlns:a16="http://schemas.microsoft.com/office/drawing/2014/main" id="{858B24A4-F3BE-D48F-553A-C910DCCC9BFF}"/>
              </a:ext>
            </a:extLst>
          </p:cNvPr>
          <p:cNvSpPr>
            <a:spLocks noGrp="1"/>
          </p:cNvSpPr>
          <p:nvPr>
            <p:ph sz="quarter" idx="13"/>
          </p:nvPr>
        </p:nvSpPr>
        <p:spPr/>
        <p:txBody>
          <a:bodyPr vert="horz" lIns="91440" tIns="45720" rIns="91440" bIns="45720" rtlCol="0" anchor="t">
            <a:normAutofit/>
          </a:bodyPr>
          <a:lstStyle/>
          <a:p>
            <a:pPr>
              <a:buNone/>
            </a:pPr>
            <a:r>
              <a:rPr lang="en-US" sz="1600" dirty="0">
                <a:solidFill>
                  <a:srgbClr val="000000"/>
                </a:solidFill>
                <a:latin typeface="Calibri"/>
                <a:ea typeface="Calibri"/>
                <a:cs typeface="Calibri"/>
              </a:rPr>
              <a:t>Salimi, S. (2024). </a:t>
            </a:r>
            <a:r>
              <a:rPr lang="en-US" sz="1600" i="1" dirty="0">
                <a:solidFill>
                  <a:srgbClr val="000000"/>
                </a:solidFill>
                <a:latin typeface="Calibri"/>
                <a:ea typeface="Calibri"/>
                <a:cs typeface="Calibri"/>
              </a:rPr>
              <a:t>Understanding Key Roles in Scrum</a:t>
            </a:r>
            <a:r>
              <a:rPr lang="en-US" sz="1600" dirty="0">
                <a:solidFill>
                  <a:srgbClr val="000000"/>
                </a:solidFill>
                <a:latin typeface="Calibri"/>
                <a:ea typeface="Calibri"/>
                <a:cs typeface="Calibri"/>
              </a:rPr>
              <a:t>. Agile Academy. </a:t>
            </a:r>
            <a:r>
              <a:rPr lang="en-US" sz="1600" dirty="0">
                <a:solidFill>
                  <a:srgbClr val="000000"/>
                </a:solidFill>
                <a:latin typeface="Calibri"/>
                <a:ea typeface="Calibri"/>
                <a:cs typeface="Calibri"/>
                <a:hlinkClick r:id="rId2"/>
              </a:rPr>
              <a:t>https://www.agile-academy.com/en/foundations/roles-in-scrum/</a:t>
            </a:r>
            <a:endParaRPr lang="en-US" sz="1600"/>
          </a:p>
          <a:p>
            <a:pPr>
              <a:buNone/>
            </a:pPr>
            <a:r>
              <a:rPr lang="en-US" sz="1600" dirty="0">
                <a:solidFill>
                  <a:srgbClr val="000000"/>
                </a:solidFill>
                <a:latin typeface="Calibri"/>
                <a:ea typeface="Calibri"/>
                <a:cs typeface="Calibri"/>
              </a:rPr>
              <a:t>Nguyen, K. V. (2025, November 23). 7 Key Phases of the Agile Software Development Life Cycle. KMS Technology. </a:t>
            </a:r>
            <a:r>
              <a:rPr lang="en-US" sz="1600" dirty="0">
                <a:solidFill>
                  <a:srgbClr val="000000"/>
                </a:solidFill>
                <a:latin typeface="Calibri"/>
                <a:ea typeface="Calibri"/>
                <a:cs typeface="Calibri"/>
                <a:hlinkClick r:id="rId3"/>
              </a:rPr>
              <a:t>https://kms-technology.com/blog/key-phases-of-agile-software-development-life-cycle/</a:t>
            </a:r>
            <a:r>
              <a:rPr lang="en-US" sz="1600" dirty="0">
                <a:solidFill>
                  <a:srgbClr val="000000"/>
                </a:solidFill>
                <a:latin typeface="Calibri"/>
                <a:ea typeface="Calibri"/>
                <a:cs typeface="Calibri"/>
              </a:rPr>
              <a:t> </a:t>
            </a:r>
            <a:endParaRPr lang="en-US" dirty="0"/>
          </a:p>
          <a:p>
            <a:pPr>
              <a:buNone/>
            </a:pPr>
            <a:r>
              <a:rPr lang="en-US" sz="1600" dirty="0">
                <a:solidFill>
                  <a:srgbClr val="000000"/>
                </a:solidFill>
                <a:latin typeface="Calibri"/>
                <a:ea typeface="Calibri"/>
                <a:cs typeface="Calibri"/>
              </a:rPr>
              <a:t>Mehta, N. (2022, April 18). Role of Development Team in an Agile Environment </a:t>
            </a:r>
            <a:r>
              <a:rPr lang="en-US" sz="1600" dirty="0" err="1">
                <a:solidFill>
                  <a:srgbClr val="000000"/>
                </a:solidFill>
                <a:latin typeface="Calibri"/>
                <a:ea typeface="Calibri"/>
                <a:cs typeface="Calibri"/>
              </a:rPr>
              <a:t>Techtic</a:t>
            </a:r>
            <a:r>
              <a:rPr lang="en-US" sz="1600" dirty="0">
                <a:solidFill>
                  <a:srgbClr val="000000"/>
                </a:solidFill>
                <a:latin typeface="Calibri"/>
                <a:ea typeface="Calibri"/>
                <a:cs typeface="Calibri"/>
              </a:rPr>
              <a:t>. </a:t>
            </a:r>
            <a:r>
              <a:rPr lang="en-US" sz="1600" dirty="0">
                <a:solidFill>
                  <a:srgbClr val="000000"/>
                </a:solidFill>
                <a:latin typeface="Calibri"/>
                <a:ea typeface="Calibri"/>
                <a:cs typeface="Calibri"/>
                <a:hlinkClick r:id="rId4"/>
              </a:rPr>
              <a:t>https://www.techtic.com/blog/agile-development-team/</a:t>
            </a:r>
            <a:r>
              <a:rPr lang="en-US" sz="1600" dirty="0">
                <a:solidFill>
                  <a:srgbClr val="000000"/>
                </a:solidFill>
                <a:latin typeface="Calibri"/>
                <a:ea typeface="Calibri"/>
                <a:cs typeface="Calibri"/>
              </a:rPr>
              <a:t> </a:t>
            </a:r>
            <a:endParaRPr lang="en-US" dirty="0"/>
          </a:p>
          <a:p>
            <a:pPr>
              <a:buNone/>
            </a:pPr>
            <a:r>
              <a:rPr lang="en-US" sz="1600" dirty="0">
                <a:solidFill>
                  <a:srgbClr val="000000"/>
                </a:solidFill>
                <a:latin typeface="Calibri"/>
                <a:ea typeface="Calibri"/>
                <a:cs typeface="Calibri"/>
              </a:rPr>
              <a:t>‌Adobe Communications Team. (2022). Agile vs. Waterfall — from software development to project management. Adobe.com. </a:t>
            </a:r>
            <a:r>
              <a:rPr lang="en-US" sz="1600" dirty="0">
                <a:solidFill>
                  <a:srgbClr val="000000"/>
                </a:solidFill>
                <a:latin typeface="Calibri"/>
                <a:ea typeface="Calibri"/>
                <a:cs typeface="Calibri"/>
                <a:hlinkClick r:id="rId5"/>
              </a:rPr>
              <a:t>https://business.adobe.com/blog/basics/agile-vs-waterfall-project-management</a:t>
            </a:r>
            <a:r>
              <a:rPr lang="en-US" sz="1600" dirty="0">
                <a:solidFill>
                  <a:srgbClr val="000000"/>
                </a:solidFill>
                <a:latin typeface="Calibri"/>
                <a:ea typeface="Calibri"/>
                <a:cs typeface="Calibri"/>
              </a:rPr>
              <a:t> </a:t>
            </a:r>
            <a:endParaRPr lang="en-US" dirty="0">
              <a:solidFill>
                <a:srgbClr val="2C2F21"/>
              </a:solidFill>
              <a:latin typeface="Bahnschrift Light"/>
              <a:ea typeface="Calibri"/>
              <a:cs typeface="Calibri"/>
            </a:endParaRPr>
          </a:p>
          <a:p>
            <a:pPr>
              <a:buNone/>
            </a:pPr>
            <a:r>
              <a:rPr lang="en-US" sz="1600">
                <a:solidFill>
                  <a:srgbClr val="000000"/>
                </a:solidFill>
                <a:latin typeface="Calibri"/>
                <a:ea typeface="Calibri"/>
                <a:cs typeface="Calibri"/>
              </a:rPr>
              <a:t>‌</a:t>
            </a:r>
            <a:endParaRPr lang="en-US"/>
          </a:p>
          <a:p>
            <a:pPr>
              <a:buNone/>
            </a:pPr>
            <a:endParaRPr lang="en-US" sz="1600" dirty="0">
              <a:solidFill>
                <a:srgbClr val="000000"/>
              </a:solidFill>
              <a:latin typeface="Calibri"/>
              <a:ea typeface="Calibri"/>
              <a:cs typeface="Calibri"/>
            </a:endParaRPr>
          </a:p>
          <a:p>
            <a:pPr>
              <a:buNone/>
            </a:pPr>
            <a:endParaRPr lang="en-US" sz="1600" dirty="0">
              <a:solidFill>
                <a:srgbClr val="000000"/>
              </a:solidFill>
              <a:latin typeface="Calibri"/>
              <a:ea typeface="Calibri"/>
              <a:cs typeface="Calibri"/>
            </a:endParaRPr>
          </a:p>
          <a:p>
            <a:pPr>
              <a:buNone/>
            </a:pPr>
            <a:r>
              <a:rPr lang="en-US" sz="1600" dirty="0">
                <a:solidFill>
                  <a:srgbClr val="000000"/>
                </a:solidFill>
                <a:latin typeface="Calibri"/>
                <a:ea typeface="Calibri"/>
                <a:cs typeface="Calibri"/>
              </a:rPr>
              <a:t>‌</a:t>
            </a:r>
            <a:endParaRPr lang="en-US" dirty="0"/>
          </a:p>
          <a:p>
            <a:pPr>
              <a:buNone/>
            </a:pPr>
            <a:endParaRPr lang="en-US" sz="1600" dirty="0">
              <a:solidFill>
                <a:srgbClr val="000000"/>
              </a:solidFill>
              <a:latin typeface="Calibri"/>
              <a:ea typeface="Calibri"/>
              <a:cs typeface="Calibri"/>
            </a:endParaRPr>
          </a:p>
          <a:p>
            <a:pPr>
              <a:buNone/>
            </a:pPr>
            <a:r>
              <a:rPr lang="en-US" dirty="0">
                <a:solidFill>
                  <a:srgbClr val="000000"/>
                </a:solidFill>
                <a:latin typeface="Calibri"/>
                <a:ea typeface="Calibri"/>
                <a:cs typeface="Calibri"/>
              </a:rPr>
              <a:t>‌</a:t>
            </a:r>
            <a:endParaRPr lang="en-US" dirty="0"/>
          </a:p>
          <a:p>
            <a:pPr marL="0" indent="0">
              <a:buNone/>
            </a:pPr>
            <a:endParaRPr lang="en-US" dirty="0"/>
          </a:p>
        </p:txBody>
      </p:sp>
      <p:sp>
        <p:nvSpPr>
          <p:cNvPr id="5" name="Slide Number Placeholder 4">
            <a:extLst>
              <a:ext uri="{FF2B5EF4-FFF2-40B4-BE49-F238E27FC236}">
                <a16:creationId xmlns:a16="http://schemas.microsoft.com/office/drawing/2014/main" id="{2311BD6B-C051-DA42-BBDA-CDA9301C9D67}"/>
              </a:ext>
            </a:extLst>
          </p:cNvPr>
          <p:cNvSpPr>
            <a:spLocks noGrp="1"/>
          </p:cNvSpPr>
          <p:nvPr>
            <p:ph type="sldNum" sz="quarter" idx="12"/>
          </p:nvPr>
        </p:nvSpPr>
        <p:spPr/>
        <p:txBody>
          <a:bodyPr/>
          <a:lstStyle/>
          <a:p>
            <a:fld id="{CC057153-B650-4DEB-B370-79DDCFDCE934}" type="slidenum">
              <a:rPr lang="en-US" smtClean="0"/>
              <a:pPr/>
              <a:t>7</a:t>
            </a:fld>
            <a:endParaRPr lang="en-US" dirty="0"/>
          </a:p>
        </p:txBody>
      </p:sp>
    </p:spTree>
    <p:extLst>
      <p:ext uri="{BB962C8B-B14F-4D97-AF65-F5344CB8AC3E}">
        <p14:creationId xmlns:p14="http://schemas.microsoft.com/office/powerpoint/2010/main" val="1171672860"/>
      </p:ext>
    </p:extLst>
  </p:cSld>
  <p:clrMapOvr>
    <a:masterClrMapping/>
  </p:clrMapOvr>
</p:sld>
</file>

<file path=ppt/theme/theme1.xml><?xml version="1.0" encoding="utf-8"?>
<a:theme xmlns:a="http://schemas.openxmlformats.org/drawingml/2006/main" name="Circinate">
  <a:themeElements>
    <a:clrScheme name="Custom 9">
      <a:dk1>
        <a:srgbClr val="2C2F21"/>
      </a:dk1>
      <a:lt1>
        <a:srgbClr val="EBE3D8"/>
      </a:lt1>
      <a:dk2>
        <a:srgbClr val="000000"/>
      </a:dk2>
      <a:lt2>
        <a:srgbClr val="FFFFFF"/>
      </a:lt2>
      <a:accent1>
        <a:srgbClr val="625D3F"/>
      </a:accent1>
      <a:accent2>
        <a:srgbClr val="0E273F"/>
      </a:accent2>
      <a:accent3>
        <a:srgbClr val="C9C4BE"/>
      </a:accent3>
      <a:accent4>
        <a:srgbClr val="A39481"/>
      </a:accent4>
      <a:accent5>
        <a:srgbClr val="2C1E20"/>
      </a:accent5>
      <a:accent6>
        <a:srgbClr val="E8E8E8"/>
      </a:accent6>
      <a:hlink>
        <a:srgbClr val="467886"/>
      </a:hlink>
      <a:folHlink>
        <a:srgbClr val="96607D"/>
      </a:folHlink>
    </a:clrScheme>
    <a:fontScheme name="Custom 22">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rcinate_CoPilot Layouts_win32_EF_v10" id="{57103A69-FC02-49FB-8E53-10BABFFCD93C}" vid="{B3D2483F-31ED-465D-9D6C-68F8665CCF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2.xml><?xml version="1.0" encoding="utf-8"?>
<ds:datastoreItem xmlns:ds="http://schemas.openxmlformats.org/officeDocument/2006/customXml" ds:itemID="{D1CEDABF-7176-4A42-8EF9-E5D4DD31FF6C}">
  <ds:schemaRefs>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dcmitype/"/>
    <ds:schemaRef ds:uri="http://schemas.openxmlformats.org/package/2006/metadata/core-properties"/>
    <ds:schemaRef ds:uri="http://www.w3.org/XML/1998/namespace"/>
    <ds:schemaRef ds:uri="230e9df3-be65-4c73-a93b-d1236ebd677e"/>
    <ds:schemaRef ds:uri="http://purl.org/dc/elements/1.1/"/>
    <ds:schemaRef ds:uri="16c05727-aa75-4e4a-9b5f-8a80a1165891"/>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Words>
  <Application>Microsoft Office PowerPoint</Application>
  <PresentationFormat>Widescreen</PresentationFormat>
  <Paragraphs>2</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Circinate</vt:lpstr>
      <vt:lpstr>The switch to agile</vt:lpstr>
      <vt:lpstr>Agile Roles pt 1.</vt:lpstr>
      <vt:lpstr>Agile ROLES PT 2.</vt:lpstr>
      <vt:lpstr>Sdlc in an agile approach</vt:lpstr>
      <vt:lpstr>If a WATERFALL MODEL was used</vt:lpstr>
      <vt:lpstr>WATERFALL vs AGILE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542</cp:revision>
  <dcterms:created xsi:type="dcterms:W3CDTF">2026-02-18T18:08:47Z</dcterms:created>
  <dcterms:modified xsi:type="dcterms:W3CDTF">2026-02-18T20:38:42Z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